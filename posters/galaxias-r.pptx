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A9B3"/>
    <a:srgbClr val="9DD747"/>
    <a:srgbClr val="265B2A"/>
    <a:srgbClr val="5D9F3D"/>
    <a:srgbClr val="F6DEE2"/>
    <a:srgbClr val="7ED3C9"/>
    <a:srgbClr val="F0F0F0"/>
    <a:srgbClr val="F57776"/>
    <a:srgbClr val="E2FBFF"/>
    <a:srgbClr val="D6F1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B58183-59E3-4F91-AEDD-F32DCF2B0970}" v="219" dt="2025-11-13T00:03:56.7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59" autoAdjust="0"/>
    <p:restoredTop sz="94435" autoAdjust="0"/>
  </p:normalViewPr>
  <p:slideViewPr>
    <p:cSldViewPr snapToGrid="0">
      <p:cViewPr>
        <p:scale>
          <a:sx n="25" d="100"/>
          <a:sy n="25" d="100"/>
        </p:scale>
        <p:origin x="3594"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lie, Dax (NCMI, Eveleigh)" userId="96f13639-99b5-4b97-86b9-a51d6c46cfe9" providerId="ADAL" clId="{9B408357-1A4D-4040-8682-7C560FA0504B}"/>
    <pc:docChg chg="undo custSel modSld">
      <pc:chgData name="Kellie, Dax (NCMI, Eveleigh)" userId="96f13639-99b5-4b97-86b9-a51d6c46cfe9" providerId="ADAL" clId="{9B408357-1A4D-4040-8682-7C560FA0504B}" dt="2025-11-13T00:35:40.300" v="4442" actId="1037"/>
      <pc:docMkLst>
        <pc:docMk/>
      </pc:docMkLst>
      <pc:sldChg chg="addSp delSp modSp mod">
        <pc:chgData name="Kellie, Dax (NCMI, Eveleigh)" userId="96f13639-99b5-4b97-86b9-a51d6c46cfe9" providerId="ADAL" clId="{9B408357-1A4D-4040-8682-7C560FA0504B}" dt="2025-11-13T00:35:40.300" v="4442" actId="1037"/>
        <pc:sldMkLst>
          <pc:docMk/>
          <pc:sldMk cId="2025124222" sldId="256"/>
        </pc:sldMkLst>
        <pc:spChg chg="add mod ord">
          <ac:chgData name="Kellie, Dax (NCMI, Eveleigh)" userId="96f13639-99b5-4b97-86b9-a51d6c46cfe9" providerId="ADAL" clId="{9B408357-1A4D-4040-8682-7C560FA0504B}" dt="2025-11-10T06:13:24.539" v="3982" actId="1076"/>
          <ac:spMkLst>
            <pc:docMk/>
            <pc:sldMk cId="2025124222" sldId="256"/>
            <ac:spMk id="3" creationId="{22CB1AB3-A268-4DEA-A231-691703C60A80}"/>
          </ac:spMkLst>
        </pc:spChg>
        <pc:spChg chg="mod">
          <ac:chgData name="Kellie, Dax (NCMI, Eveleigh)" userId="96f13639-99b5-4b97-86b9-a51d6c46cfe9" providerId="ADAL" clId="{9B408357-1A4D-4040-8682-7C560FA0504B}" dt="2025-11-10T23:50:50.292" v="4200" actId="1036"/>
          <ac:spMkLst>
            <pc:docMk/>
            <pc:sldMk cId="2025124222" sldId="256"/>
            <ac:spMk id="4" creationId="{B5139FF5-776C-02CC-21B2-F979A7B0CFA5}"/>
          </ac:spMkLst>
        </pc:spChg>
        <pc:spChg chg="mod">
          <ac:chgData name="Kellie, Dax (NCMI, Eveleigh)" userId="96f13639-99b5-4b97-86b9-a51d6c46cfe9" providerId="ADAL" clId="{9B408357-1A4D-4040-8682-7C560FA0504B}" dt="2025-11-10T23:51:27.527" v="4221" actId="1036"/>
          <ac:spMkLst>
            <pc:docMk/>
            <pc:sldMk cId="2025124222" sldId="256"/>
            <ac:spMk id="5" creationId="{8D5A2F6D-34DD-8903-F277-DDF7BD926F4F}"/>
          </ac:spMkLst>
        </pc:spChg>
        <pc:spChg chg="mod">
          <ac:chgData name="Kellie, Dax (NCMI, Eveleigh)" userId="96f13639-99b5-4b97-86b9-a51d6c46cfe9" providerId="ADAL" clId="{9B408357-1A4D-4040-8682-7C560FA0504B}" dt="2025-11-10T23:52:47.239" v="4268" actId="20577"/>
          <ac:spMkLst>
            <pc:docMk/>
            <pc:sldMk cId="2025124222" sldId="256"/>
            <ac:spMk id="6" creationId="{022EE7E6-4F8F-F23C-2C71-526B2940FADD}"/>
          </ac:spMkLst>
        </pc:spChg>
        <pc:spChg chg="mod">
          <ac:chgData name="Kellie, Dax (NCMI, Eveleigh)" userId="96f13639-99b5-4b97-86b9-a51d6c46cfe9" providerId="ADAL" clId="{9B408357-1A4D-4040-8682-7C560FA0504B}" dt="2025-11-10T23:50:50.292" v="4200" actId="1036"/>
          <ac:spMkLst>
            <pc:docMk/>
            <pc:sldMk cId="2025124222" sldId="256"/>
            <ac:spMk id="7" creationId="{C89A65ED-94BD-7442-A4AB-F832E7E48AE6}"/>
          </ac:spMkLst>
        </pc:spChg>
        <pc:spChg chg="mod">
          <ac:chgData name="Kellie, Dax (NCMI, Eveleigh)" userId="96f13639-99b5-4b97-86b9-a51d6c46cfe9" providerId="ADAL" clId="{9B408357-1A4D-4040-8682-7C560FA0504B}" dt="2025-11-10T23:50:50.292" v="4200" actId="1036"/>
          <ac:spMkLst>
            <pc:docMk/>
            <pc:sldMk cId="2025124222" sldId="256"/>
            <ac:spMk id="8" creationId="{521EEA9E-D51D-3280-A4F5-A2B139FE4345}"/>
          </ac:spMkLst>
        </pc:spChg>
        <pc:spChg chg="add mod">
          <ac:chgData name="Kellie, Dax (NCMI, Eveleigh)" userId="96f13639-99b5-4b97-86b9-a51d6c46cfe9" providerId="ADAL" clId="{9B408357-1A4D-4040-8682-7C560FA0504B}" dt="2025-11-13T00:26:26.164" v="4410" actId="1076"/>
          <ac:spMkLst>
            <pc:docMk/>
            <pc:sldMk cId="2025124222" sldId="256"/>
            <ac:spMk id="11" creationId="{08412D43-8443-1E7A-EB52-D0829C43B7CE}"/>
          </ac:spMkLst>
        </pc:spChg>
        <pc:spChg chg="mod ord">
          <ac:chgData name="Kellie, Dax (NCMI, Eveleigh)" userId="96f13639-99b5-4b97-86b9-a51d6c46cfe9" providerId="ADAL" clId="{9B408357-1A4D-4040-8682-7C560FA0504B}" dt="2025-11-13T00:27:26.120" v="4433" actId="1038"/>
          <ac:spMkLst>
            <pc:docMk/>
            <pc:sldMk cId="2025124222" sldId="256"/>
            <ac:spMk id="13" creationId="{59E4F2AC-29EF-CF3B-BC01-400F70A35A02}"/>
          </ac:spMkLst>
        </pc:spChg>
        <pc:spChg chg="mod ord">
          <ac:chgData name="Kellie, Dax (NCMI, Eveleigh)" userId="96f13639-99b5-4b97-86b9-a51d6c46cfe9" providerId="ADAL" clId="{9B408357-1A4D-4040-8682-7C560FA0504B}" dt="2025-11-13T00:27:26.120" v="4433" actId="1038"/>
          <ac:spMkLst>
            <pc:docMk/>
            <pc:sldMk cId="2025124222" sldId="256"/>
            <ac:spMk id="27" creationId="{5405413E-2C97-CFEA-C178-B0945FBC1EC7}"/>
          </ac:spMkLst>
        </pc:spChg>
        <pc:spChg chg="mod ord">
          <ac:chgData name="Kellie, Dax (NCMI, Eveleigh)" userId="96f13639-99b5-4b97-86b9-a51d6c46cfe9" providerId="ADAL" clId="{9B408357-1A4D-4040-8682-7C560FA0504B}" dt="2025-11-13T00:27:26.120" v="4433" actId="1038"/>
          <ac:spMkLst>
            <pc:docMk/>
            <pc:sldMk cId="2025124222" sldId="256"/>
            <ac:spMk id="28" creationId="{D81F0A94-AD0D-7B2A-71AE-738C4A018895}"/>
          </ac:spMkLst>
        </pc:spChg>
        <pc:spChg chg="mod ord">
          <ac:chgData name="Kellie, Dax (NCMI, Eveleigh)" userId="96f13639-99b5-4b97-86b9-a51d6c46cfe9" providerId="ADAL" clId="{9B408357-1A4D-4040-8682-7C560FA0504B}" dt="2025-11-13T00:27:26.120" v="4433" actId="1038"/>
          <ac:spMkLst>
            <pc:docMk/>
            <pc:sldMk cId="2025124222" sldId="256"/>
            <ac:spMk id="29" creationId="{5595831C-A306-2FCB-E336-929E870D6C89}"/>
          </ac:spMkLst>
        </pc:spChg>
        <pc:spChg chg="mod ord">
          <ac:chgData name="Kellie, Dax (NCMI, Eveleigh)" userId="96f13639-99b5-4b97-86b9-a51d6c46cfe9" providerId="ADAL" clId="{9B408357-1A4D-4040-8682-7C560FA0504B}" dt="2025-11-13T00:27:26.120" v="4433" actId="1038"/>
          <ac:spMkLst>
            <pc:docMk/>
            <pc:sldMk cId="2025124222" sldId="256"/>
            <ac:spMk id="31" creationId="{FB87FA99-6383-0E23-6428-D240C326D4C1}"/>
          </ac:spMkLst>
        </pc:spChg>
        <pc:spChg chg="mod ord">
          <ac:chgData name="Kellie, Dax (NCMI, Eveleigh)" userId="96f13639-99b5-4b97-86b9-a51d6c46cfe9" providerId="ADAL" clId="{9B408357-1A4D-4040-8682-7C560FA0504B}" dt="2025-11-13T00:27:26.120" v="4433" actId="1038"/>
          <ac:spMkLst>
            <pc:docMk/>
            <pc:sldMk cId="2025124222" sldId="256"/>
            <ac:spMk id="32" creationId="{B2A3FDC3-A351-B108-85CE-906CBA4520B0}"/>
          </ac:spMkLst>
        </pc:spChg>
        <pc:spChg chg="add mod ord">
          <ac:chgData name="Kellie, Dax (NCMI, Eveleigh)" userId="96f13639-99b5-4b97-86b9-a51d6c46cfe9" providerId="ADAL" clId="{9B408357-1A4D-4040-8682-7C560FA0504B}" dt="2025-11-10T06:56:06.849" v="4107" actId="14100"/>
          <ac:spMkLst>
            <pc:docMk/>
            <pc:sldMk cId="2025124222" sldId="256"/>
            <ac:spMk id="35" creationId="{8D1FF18B-70F1-2CAE-1792-39243F44554A}"/>
          </ac:spMkLst>
        </pc:spChg>
        <pc:spChg chg="add mod ord">
          <ac:chgData name="Kellie, Dax (NCMI, Eveleigh)" userId="96f13639-99b5-4b97-86b9-a51d6c46cfe9" providerId="ADAL" clId="{9B408357-1A4D-4040-8682-7C560FA0504B}" dt="2025-11-13T00:27:13.893" v="4428" actId="1037"/>
          <ac:spMkLst>
            <pc:docMk/>
            <pc:sldMk cId="2025124222" sldId="256"/>
            <ac:spMk id="37" creationId="{090EE926-6DC5-B0B4-8C26-E21296E45DE6}"/>
          </ac:spMkLst>
        </pc:spChg>
        <pc:spChg chg="add del mod ord">
          <ac:chgData name="Kellie, Dax (NCMI, Eveleigh)" userId="96f13639-99b5-4b97-86b9-a51d6c46cfe9" providerId="ADAL" clId="{9B408357-1A4D-4040-8682-7C560FA0504B}" dt="2025-11-10T23:48:11.730" v="4136" actId="20577"/>
          <ac:spMkLst>
            <pc:docMk/>
            <pc:sldMk cId="2025124222" sldId="256"/>
            <ac:spMk id="38" creationId="{3E3380A0-A0AF-4ED0-AE3B-C34D81C297C1}"/>
          </ac:spMkLst>
        </pc:spChg>
        <pc:spChg chg="add mod">
          <ac:chgData name="Kellie, Dax (NCMI, Eveleigh)" userId="96f13639-99b5-4b97-86b9-a51d6c46cfe9" providerId="ADAL" clId="{9B408357-1A4D-4040-8682-7C560FA0504B}" dt="2025-11-13T00:27:26.120" v="4433" actId="1038"/>
          <ac:spMkLst>
            <pc:docMk/>
            <pc:sldMk cId="2025124222" sldId="256"/>
            <ac:spMk id="46" creationId="{456B88CF-335F-9642-203F-DDFD72D1A819}"/>
          </ac:spMkLst>
        </pc:spChg>
        <pc:spChg chg="add del mod ord">
          <ac:chgData name="Kellie, Dax (NCMI, Eveleigh)" userId="96f13639-99b5-4b97-86b9-a51d6c46cfe9" providerId="ADAL" clId="{9B408357-1A4D-4040-8682-7C560FA0504B}" dt="2025-11-10T06:33:45.516" v="4042" actId="167"/>
          <ac:spMkLst>
            <pc:docMk/>
            <pc:sldMk cId="2025124222" sldId="256"/>
            <ac:spMk id="154" creationId="{6267D05F-8744-A6E6-825D-6008DCCF04C2}"/>
          </ac:spMkLst>
        </pc:spChg>
        <pc:spChg chg="add mod ord">
          <ac:chgData name="Kellie, Dax (NCMI, Eveleigh)" userId="96f13639-99b5-4b97-86b9-a51d6c46cfe9" providerId="ADAL" clId="{9B408357-1A4D-4040-8682-7C560FA0504B}" dt="2025-11-13T00:27:26.120" v="4433" actId="1038"/>
          <ac:spMkLst>
            <pc:docMk/>
            <pc:sldMk cId="2025124222" sldId="256"/>
            <ac:spMk id="172" creationId="{C93BF21F-E464-2B64-3A4F-39AB99E14932}"/>
          </ac:spMkLst>
        </pc:spChg>
        <pc:spChg chg="add mod ord">
          <ac:chgData name="Kellie, Dax (NCMI, Eveleigh)" userId="96f13639-99b5-4b97-86b9-a51d6c46cfe9" providerId="ADAL" clId="{9B408357-1A4D-4040-8682-7C560FA0504B}" dt="2025-11-10T06:54:22.942" v="4089" actId="1076"/>
          <ac:spMkLst>
            <pc:docMk/>
            <pc:sldMk cId="2025124222" sldId="256"/>
            <ac:spMk id="177" creationId="{A31743AF-63C1-A8E1-C4E6-5DA2A2D2DED8}"/>
          </ac:spMkLst>
        </pc:spChg>
        <pc:spChg chg="add mod">
          <ac:chgData name="Kellie, Dax (NCMI, Eveleigh)" userId="96f13639-99b5-4b97-86b9-a51d6c46cfe9" providerId="ADAL" clId="{9B408357-1A4D-4040-8682-7C560FA0504B}" dt="2025-11-10T05:36:38.783" v="3452" actId="1037"/>
          <ac:spMkLst>
            <pc:docMk/>
            <pc:sldMk cId="2025124222" sldId="256"/>
            <ac:spMk id="178" creationId="{65BDB9A4-D673-51F2-00F8-44172FDB3C11}"/>
          </ac:spMkLst>
        </pc:spChg>
        <pc:spChg chg="add del mod ord">
          <ac:chgData name="Kellie, Dax (NCMI, Eveleigh)" userId="96f13639-99b5-4b97-86b9-a51d6c46cfe9" providerId="ADAL" clId="{9B408357-1A4D-4040-8682-7C560FA0504B}" dt="2025-11-10T06:33:45.516" v="4042" actId="167"/>
          <ac:spMkLst>
            <pc:docMk/>
            <pc:sldMk cId="2025124222" sldId="256"/>
            <ac:spMk id="179" creationId="{3B7657E2-1CB8-CFBD-2BD9-73DB3EA5BC0A}"/>
          </ac:spMkLst>
        </pc:spChg>
        <pc:spChg chg="add mod ord">
          <ac:chgData name="Kellie, Dax (NCMI, Eveleigh)" userId="96f13639-99b5-4b97-86b9-a51d6c46cfe9" providerId="ADAL" clId="{9B408357-1A4D-4040-8682-7C560FA0504B}" dt="2025-11-10T06:13:31.311" v="3983" actId="255"/>
          <ac:spMkLst>
            <pc:docMk/>
            <pc:sldMk cId="2025124222" sldId="256"/>
            <ac:spMk id="180" creationId="{4B6C25CD-9204-5A2F-E29D-6C15A9EBC148}"/>
          </ac:spMkLst>
        </pc:spChg>
        <pc:spChg chg="add mod ord">
          <ac:chgData name="Kellie, Dax (NCMI, Eveleigh)" userId="96f13639-99b5-4b97-86b9-a51d6c46cfe9" providerId="ADAL" clId="{9B408357-1A4D-4040-8682-7C560FA0504B}" dt="2025-11-13T00:27:26.120" v="4433" actId="1038"/>
          <ac:spMkLst>
            <pc:docMk/>
            <pc:sldMk cId="2025124222" sldId="256"/>
            <ac:spMk id="186" creationId="{3CB01B8E-9B9E-B950-B307-7F616C2C3D00}"/>
          </ac:spMkLst>
        </pc:spChg>
        <pc:spChg chg="add del mod ord">
          <ac:chgData name="Kellie, Dax (NCMI, Eveleigh)" userId="96f13639-99b5-4b97-86b9-a51d6c46cfe9" providerId="ADAL" clId="{9B408357-1A4D-4040-8682-7C560FA0504B}" dt="2025-11-10T23:47:25.905" v="4131" actId="14100"/>
          <ac:spMkLst>
            <pc:docMk/>
            <pc:sldMk cId="2025124222" sldId="256"/>
            <ac:spMk id="192" creationId="{93571EED-A197-26EA-37E6-33863E9FC799}"/>
          </ac:spMkLst>
        </pc:spChg>
        <pc:spChg chg="add mod ord">
          <ac:chgData name="Kellie, Dax (NCMI, Eveleigh)" userId="96f13639-99b5-4b97-86b9-a51d6c46cfe9" providerId="ADAL" clId="{9B408357-1A4D-4040-8682-7C560FA0504B}" dt="2025-11-13T00:27:13.893" v="4428" actId="1037"/>
          <ac:spMkLst>
            <pc:docMk/>
            <pc:sldMk cId="2025124222" sldId="256"/>
            <ac:spMk id="194" creationId="{023AD4B6-1996-38AD-7E82-01BBF6B6C533}"/>
          </ac:spMkLst>
        </pc:spChg>
        <pc:spChg chg="add mod ord">
          <ac:chgData name="Kellie, Dax (NCMI, Eveleigh)" userId="96f13639-99b5-4b97-86b9-a51d6c46cfe9" providerId="ADAL" clId="{9B408357-1A4D-4040-8682-7C560FA0504B}" dt="2025-11-13T00:27:19.184" v="4430" actId="1037"/>
          <ac:spMkLst>
            <pc:docMk/>
            <pc:sldMk cId="2025124222" sldId="256"/>
            <ac:spMk id="198" creationId="{F261EA40-4DAD-2F68-A851-248BB50FBF98}"/>
          </ac:spMkLst>
        </pc:spChg>
        <pc:spChg chg="add mod ord">
          <ac:chgData name="Kellie, Dax (NCMI, Eveleigh)" userId="96f13639-99b5-4b97-86b9-a51d6c46cfe9" providerId="ADAL" clId="{9B408357-1A4D-4040-8682-7C560FA0504B}" dt="2025-11-13T00:27:19.184" v="4430" actId="1037"/>
          <ac:spMkLst>
            <pc:docMk/>
            <pc:sldMk cId="2025124222" sldId="256"/>
            <ac:spMk id="199" creationId="{B33004F4-039E-8D0B-3529-C8DC3E97AE7E}"/>
          </ac:spMkLst>
        </pc:spChg>
        <pc:spChg chg="add mod">
          <ac:chgData name="Kellie, Dax (NCMI, Eveleigh)" userId="96f13639-99b5-4b97-86b9-a51d6c46cfe9" providerId="ADAL" clId="{9B408357-1A4D-4040-8682-7C560FA0504B}" dt="2025-11-10T23:46:15.205" v="4125" actId="1036"/>
          <ac:spMkLst>
            <pc:docMk/>
            <pc:sldMk cId="2025124222" sldId="256"/>
            <ac:spMk id="202" creationId="{68F26B41-BD85-B2C6-58E9-B89E18085B78}"/>
          </ac:spMkLst>
        </pc:spChg>
        <pc:spChg chg="add mod">
          <ac:chgData name="Kellie, Dax (NCMI, Eveleigh)" userId="96f13639-99b5-4b97-86b9-a51d6c46cfe9" providerId="ADAL" clId="{9B408357-1A4D-4040-8682-7C560FA0504B}" dt="2025-11-10T23:48:22.981" v="4149" actId="1035"/>
          <ac:spMkLst>
            <pc:docMk/>
            <pc:sldMk cId="2025124222" sldId="256"/>
            <ac:spMk id="203" creationId="{BD7ACDBA-920C-0B75-E0E1-E8BE9CD74271}"/>
          </ac:spMkLst>
        </pc:spChg>
        <pc:spChg chg="add mod ord">
          <ac:chgData name="Kellie, Dax (NCMI, Eveleigh)" userId="96f13639-99b5-4b97-86b9-a51d6c46cfe9" providerId="ADAL" clId="{9B408357-1A4D-4040-8682-7C560FA0504B}" dt="2025-11-13T00:27:13.893" v="4428" actId="1037"/>
          <ac:spMkLst>
            <pc:docMk/>
            <pc:sldMk cId="2025124222" sldId="256"/>
            <ac:spMk id="205" creationId="{F9D395AB-803D-1421-E89F-AB25FA791DE5}"/>
          </ac:spMkLst>
        </pc:spChg>
        <pc:spChg chg="add mod ord">
          <ac:chgData name="Kellie, Dax (NCMI, Eveleigh)" userId="96f13639-99b5-4b97-86b9-a51d6c46cfe9" providerId="ADAL" clId="{9B408357-1A4D-4040-8682-7C560FA0504B}" dt="2025-11-13T00:27:13.893" v="4428" actId="1037"/>
          <ac:spMkLst>
            <pc:docMk/>
            <pc:sldMk cId="2025124222" sldId="256"/>
            <ac:spMk id="206" creationId="{01A26955-F4BC-5413-2A7D-571BDFAAE9C7}"/>
          </ac:spMkLst>
        </pc:spChg>
        <pc:spChg chg="add mod ord">
          <ac:chgData name="Kellie, Dax (NCMI, Eveleigh)" userId="96f13639-99b5-4b97-86b9-a51d6c46cfe9" providerId="ADAL" clId="{9B408357-1A4D-4040-8682-7C560FA0504B}" dt="2025-11-13T00:27:13.893" v="4428" actId="1037"/>
          <ac:spMkLst>
            <pc:docMk/>
            <pc:sldMk cId="2025124222" sldId="256"/>
            <ac:spMk id="207" creationId="{FC5458E3-6582-B140-D0DF-1B494EC92227}"/>
          </ac:spMkLst>
        </pc:spChg>
        <pc:spChg chg="add mod ord">
          <ac:chgData name="Kellie, Dax (NCMI, Eveleigh)" userId="96f13639-99b5-4b97-86b9-a51d6c46cfe9" providerId="ADAL" clId="{9B408357-1A4D-4040-8682-7C560FA0504B}" dt="2025-11-13T00:27:13.893" v="4428" actId="1037"/>
          <ac:spMkLst>
            <pc:docMk/>
            <pc:sldMk cId="2025124222" sldId="256"/>
            <ac:spMk id="208" creationId="{29653B75-03E7-CFBC-89AC-9ECF8B3F25FF}"/>
          </ac:spMkLst>
        </pc:spChg>
        <pc:spChg chg="add mod ord">
          <ac:chgData name="Kellie, Dax (NCMI, Eveleigh)" userId="96f13639-99b5-4b97-86b9-a51d6c46cfe9" providerId="ADAL" clId="{9B408357-1A4D-4040-8682-7C560FA0504B}" dt="2025-11-13T00:27:13.893" v="4428" actId="1037"/>
          <ac:spMkLst>
            <pc:docMk/>
            <pc:sldMk cId="2025124222" sldId="256"/>
            <ac:spMk id="209" creationId="{F26FC029-B362-154B-05B3-77E60A774B09}"/>
          </ac:spMkLst>
        </pc:spChg>
        <pc:spChg chg="add mod ord">
          <ac:chgData name="Kellie, Dax (NCMI, Eveleigh)" userId="96f13639-99b5-4b97-86b9-a51d6c46cfe9" providerId="ADAL" clId="{9B408357-1A4D-4040-8682-7C560FA0504B}" dt="2025-11-13T00:27:13.893" v="4428" actId="1037"/>
          <ac:spMkLst>
            <pc:docMk/>
            <pc:sldMk cId="2025124222" sldId="256"/>
            <ac:spMk id="210" creationId="{CBD55C78-E0B0-DFCD-E6B3-D143B49A543F}"/>
          </ac:spMkLst>
        </pc:spChg>
        <pc:spChg chg="add mod ord">
          <ac:chgData name="Kellie, Dax (NCMI, Eveleigh)" userId="96f13639-99b5-4b97-86b9-a51d6c46cfe9" providerId="ADAL" clId="{9B408357-1A4D-4040-8682-7C560FA0504B}" dt="2025-11-13T00:27:13.893" v="4428" actId="1037"/>
          <ac:spMkLst>
            <pc:docMk/>
            <pc:sldMk cId="2025124222" sldId="256"/>
            <ac:spMk id="211" creationId="{1C76162E-20D2-8CE3-8B17-BB9337F09802}"/>
          </ac:spMkLst>
        </pc:spChg>
        <pc:spChg chg="add mod ord">
          <ac:chgData name="Kellie, Dax (NCMI, Eveleigh)" userId="96f13639-99b5-4b97-86b9-a51d6c46cfe9" providerId="ADAL" clId="{9B408357-1A4D-4040-8682-7C560FA0504B}" dt="2025-11-13T00:27:13.893" v="4428" actId="1037"/>
          <ac:spMkLst>
            <pc:docMk/>
            <pc:sldMk cId="2025124222" sldId="256"/>
            <ac:spMk id="212" creationId="{770F2844-BC74-E8A4-E364-1B80AD113368}"/>
          </ac:spMkLst>
        </pc:spChg>
        <pc:spChg chg="add mod">
          <ac:chgData name="Kellie, Dax (NCMI, Eveleigh)" userId="96f13639-99b5-4b97-86b9-a51d6c46cfe9" providerId="ADAL" clId="{9B408357-1A4D-4040-8682-7C560FA0504B}" dt="2025-11-10T23:48:22.981" v="4149" actId="1035"/>
          <ac:spMkLst>
            <pc:docMk/>
            <pc:sldMk cId="2025124222" sldId="256"/>
            <ac:spMk id="213" creationId="{FF07265F-7D06-ECCA-D8D8-82B4E051C7BA}"/>
          </ac:spMkLst>
        </pc:spChg>
        <pc:spChg chg="add mod">
          <ac:chgData name="Kellie, Dax (NCMI, Eveleigh)" userId="96f13639-99b5-4b97-86b9-a51d6c46cfe9" providerId="ADAL" clId="{9B408357-1A4D-4040-8682-7C560FA0504B}" dt="2025-11-10T23:48:22.981" v="4149" actId="1035"/>
          <ac:spMkLst>
            <pc:docMk/>
            <pc:sldMk cId="2025124222" sldId="256"/>
            <ac:spMk id="214" creationId="{4617BBC3-A8BB-B22B-A569-26F9F862E567}"/>
          </ac:spMkLst>
        </pc:spChg>
        <pc:spChg chg="add mod">
          <ac:chgData name="Kellie, Dax (NCMI, Eveleigh)" userId="96f13639-99b5-4b97-86b9-a51d6c46cfe9" providerId="ADAL" clId="{9B408357-1A4D-4040-8682-7C560FA0504B}" dt="2025-11-10T23:48:22.981" v="4149" actId="1035"/>
          <ac:spMkLst>
            <pc:docMk/>
            <pc:sldMk cId="2025124222" sldId="256"/>
            <ac:spMk id="215" creationId="{4E66AA82-7864-2393-0376-5E0F8B82B4DC}"/>
          </ac:spMkLst>
        </pc:spChg>
        <pc:spChg chg="add del mod">
          <ac:chgData name="Kellie, Dax (NCMI, Eveleigh)" userId="96f13639-99b5-4b97-86b9-a51d6c46cfe9" providerId="ADAL" clId="{9B408357-1A4D-4040-8682-7C560FA0504B}" dt="2025-11-10T23:48:22.981" v="4149" actId="1035"/>
          <ac:spMkLst>
            <pc:docMk/>
            <pc:sldMk cId="2025124222" sldId="256"/>
            <ac:spMk id="216" creationId="{03F2753F-6889-6D1A-C5E3-7A43E7DFC4D2}"/>
          </ac:spMkLst>
        </pc:spChg>
        <pc:spChg chg="add del mod">
          <ac:chgData name="Kellie, Dax (NCMI, Eveleigh)" userId="96f13639-99b5-4b97-86b9-a51d6c46cfe9" providerId="ADAL" clId="{9B408357-1A4D-4040-8682-7C560FA0504B}" dt="2025-11-10T23:48:22.981" v="4149" actId="1035"/>
          <ac:spMkLst>
            <pc:docMk/>
            <pc:sldMk cId="2025124222" sldId="256"/>
            <ac:spMk id="217" creationId="{6C66DF31-3683-4426-3C0D-FE9AB1302791}"/>
          </ac:spMkLst>
        </pc:spChg>
        <pc:spChg chg="add del mod">
          <ac:chgData name="Kellie, Dax (NCMI, Eveleigh)" userId="96f13639-99b5-4b97-86b9-a51d6c46cfe9" providerId="ADAL" clId="{9B408357-1A4D-4040-8682-7C560FA0504B}" dt="2025-11-10T23:48:22.981" v="4149" actId="1035"/>
          <ac:spMkLst>
            <pc:docMk/>
            <pc:sldMk cId="2025124222" sldId="256"/>
            <ac:spMk id="218" creationId="{5C07E404-EA80-A137-777E-D66BB40350A5}"/>
          </ac:spMkLst>
        </pc:spChg>
        <pc:spChg chg="add del mod">
          <ac:chgData name="Kellie, Dax (NCMI, Eveleigh)" userId="96f13639-99b5-4b97-86b9-a51d6c46cfe9" providerId="ADAL" clId="{9B408357-1A4D-4040-8682-7C560FA0504B}" dt="2025-11-10T23:48:22.981" v="4149" actId="1035"/>
          <ac:spMkLst>
            <pc:docMk/>
            <pc:sldMk cId="2025124222" sldId="256"/>
            <ac:spMk id="219" creationId="{D4249F49-35D8-9806-F58E-9C8BB3B9C5DD}"/>
          </ac:spMkLst>
        </pc:spChg>
        <pc:spChg chg="add del mod">
          <ac:chgData name="Kellie, Dax (NCMI, Eveleigh)" userId="96f13639-99b5-4b97-86b9-a51d6c46cfe9" providerId="ADAL" clId="{9B408357-1A4D-4040-8682-7C560FA0504B}" dt="2025-11-10T23:29:01.803" v="4122" actId="478"/>
          <ac:spMkLst>
            <pc:docMk/>
            <pc:sldMk cId="2025124222" sldId="256"/>
            <ac:spMk id="220" creationId="{ACDD9BD7-DE65-0945-B652-35C9C7C0CF4F}"/>
          </ac:spMkLst>
        </pc:spChg>
        <pc:picChg chg="mod">
          <ac:chgData name="Kellie, Dax (NCMI, Eveleigh)" userId="96f13639-99b5-4b97-86b9-a51d6c46cfe9" providerId="ADAL" clId="{9B408357-1A4D-4040-8682-7C560FA0504B}" dt="2025-11-13T00:24:06.968" v="4359" actId="1036"/>
          <ac:picMkLst>
            <pc:docMk/>
            <pc:sldMk cId="2025124222" sldId="256"/>
            <ac:picMk id="12" creationId="{DF65134C-F333-4B6C-EF21-6DDAA84B3122}"/>
          </ac:picMkLst>
        </pc:picChg>
        <pc:picChg chg="mod ord">
          <ac:chgData name="Kellie, Dax (NCMI, Eveleigh)" userId="96f13639-99b5-4b97-86b9-a51d6c46cfe9" providerId="ADAL" clId="{9B408357-1A4D-4040-8682-7C560FA0504B}" dt="2025-11-10T03:29:27.385" v="3163" actId="1076"/>
          <ac:picMkLst>
            <pc:docMk/>
            <pc:sldMk cId="2025124222" sldId="256"/>
            <ac:picMk id="16" creationId="{E4BCB692-4F38-9383-792A-5EE433C006A3}"/>
          </ac:picMkLst>
        </pc:picChg>
        <pc:picChg chg="mod ord">
          <ac:chgData name="Kellie, Dax (NCMI, Eveleigh)" userId="96f13639-99b5-4b97-86b9-a51d6c46cfe9" providerId="ADAL" clId="{9B408357-1A4D-4040-8682-7C560FA0504B}" dt="2025-11-13T00:05:07.998" v="4353" actId="1076"/>
          <ac:picMkLst>
            <pc:docMk/>
            <pc:sldMk cId="2025124222" sldId="256"/>
            <ac:picMk id="20" creationId="{E8AC5AE3-C4CA-250A-6B4E-DD74CC1D9801}"/>
          </ac:picMkLst>
        </pc:picChg>
        <pc:picChg chg="mod ord">
          <ac:chgData name="Kellie, Dax (NCMI, Eveleigh)" userId="96f13639-99b5-4b97-86b9-a51d6c46cfe9" providerId="ADAL" clId="{9B408357-1A4D-4040-8682-7C560FA0504B}" dt="2025-11-10T03:53:20.517" v="3176" actId="166"/>
          <ac:picMkLst>
            <pc:docMk/>
            <pc:sldMk cId="2025124222" sldId="256"/>
            <ac:picMk id="22" creationId="{179AD494-FB9E-02B0-33FA-CF00672C4048}"/>
          </ac:picMkLst>
        </pc:picChg>
        <pc:picChg chg="mod ord">
          <ac:chgData name="Kellie, Dax (NCMI, Eveleigh)" userId="96f13639-99b5-4b97-86b9-a51d6c46cfe9" providerId="ADAL" clId="{9B408357-1A4D-4040-8682-7C560FA0504B}" dt="2025-11-13T00:27:26.120" v="4433" actId="1038"/>
          <ac:picMkLst>
            <pc:docMk/>
            <pc:sldMk cId="2025124222" sldId="256"/>
            <ac:picMk id="24" creationId="{92BC3944-527A-93CF-9785-93643EACF5E3}"/>
          </ac:picMkLst>
        </pc:picChg>
        <pc:picChg chg="mod ord">
          <ac:chgData name="Kellie, Dax (NCMI, Eveleigh)" userId="96f13639-99b5-4b97-86b9-a51d6c46cfe9" providerId="ADAL" clId="{9B408357-1A4D-4040-8682-7C560FA0504B}" dt="2025-11-10T03:29:42.505" v="3166" actId="1076"/>
          <ac:picMkLst>
            <pc:docMk/>
            <pc:sldMk cId="2025124222" sldId="256"/>
            <ac:picMk id="26" creationId="{DAC2E573-4A1F-62BB-1EE9-96B1CFD397A5}"/>
          </ac:picMkLst>
        </pc:picChg>
        <pc:picChg chg="mod">
          <ac:chgData name="Kellie, Dax (NCMI, Eveleigh)" userId="96f13639-99b5-4b97-86b9-a51d6c46cfe9" providerId="ADAL" clId="{9B408357-1A4D-4040-8682-7C560FA0504B}" dt="2025-11-10T23:48:46.907" v="4151" actId="1036"/>
          <ac:picMkLst>
            <pc:docMk/>
            <pc:sldMk cId="2025124222" sldId="256"/>
            <ac:picMk id="39" creationId="{C39F15E6-D53E-5645-DF79-FF0D7BAB1597}"/>
          </ac:picMkLst>
        </pc:picChg>
        <pc:picChg chg="mod">
          <ac:chgData name="Kellie, Dax (NCMI, Eveleigh)" userId="96f13639-99b5-4b97-86b9-a51d6c46cfe9" providerId="ADAL" clId="{9B408357-1A4D-4040-8682-7C560FA0504B}" dt="2025-11-10T23:48:48.837" v="4153" actId="1036"/>
          <ac:picMkLst>
            <pc:docMk/>
            <pc:sldMk cId="2025124222" sldId="256"/>
            <ac:picMk id="40" creationId="{34B2E602-84F1-07C4-2274-32A86AA9E642}"/>
          </ac:picMkLst>
        </pc:picChg>
        <pc:picChg chg="mod">
          <ac:chgData name="Kellie, Dax (NCMI, Eveleigh)" userId="96f13639-99b5-4b97-86b9-a51d6c46cfe9" providerId="ADAL" clId="{9B408357-1A4D-4040-8682-7C560FA0504B}" dt="2025-11-10T06:35:49.716" v="4056" actId="1076"/>
          <ac:picMkLst>
            <pc:docMk/>
            <pc:sldMk cId="2025124222" sldId="256"/>
            <ac:picMk id="41" creationId="{CE8B6081-0689-2AEE-D04F-DCC9886777BF}"/>
          </ac:picMkLst>
        </pc:picChg>
        <pc:picChg chg="mod">
          <ac:chgData name="Kellie, Dax (NCMI, Eveleigh)" userId="96f13639-99b5-4b97-86b9-a51d6c46cfe9" providerId="ADAL" clId="{9B408357-1A4D-4040-8682-7C560FA0504B}" dt="2025-11-13T00:04:11.079" v="4349" actId="1076"/>
          <ac:picMkLst>
            <pc:docMk/>
            <pc:sldMk cId="2025124222" sldId="256"/>
            <ac:picMk id="43" creationId="{922D0F6F-2548-EFF5-1311-71063FF41C4C}"/>
          </ac:picMkLst>
        </pc:picChg>
        <pc:picChg chg="mod">
          <ac:chgData name="Kellie, Dax (NCMI, Eveleigh)" userId="96f13639-99b5-4b97-86b9-a51d6c46cfe9" providerId="ADAL" clId="{9B408357-1A4D-4040-8682-7C560FA0504B}" dt="2025-11-13T00:04:18.876" v="4350" actId="1076"/>
          <ac:picMkLst>
            <pc:docMk/>
            <pc:sldMk cId="2025124222" sldId="256"/>
            <ac:picMk id="44" creationId="{E97F33D4-5DD1-1C0A-C76E-621F81D35700}"/>
          </ac:picMkLst>
        </pc:picChg>
        <pc:picChg chg="add mod">
          <ac:chgData name="Kellie, Dax (NCMI, Eveleigh)" userId="96f13639-99b5-4b97-86b9-a51d6c46cfe9" providerId="ADAL" clId="{9B408357-1A4D-4040-8682-7C560FA0504B}" dt="2025-11-10T06:24:59.193" v="4010" actId="1076"/>
          <ac:picMkLst>
            <pc:docMk/>
            <pc:sldMk cId="2025124222" sldId="256"/>
            <ac:picMk id="189" creationId="{FD324B9C-3AB9-E10F-9B3F-B8E39FC52806}"/>
          </ac:picMkLst>
        </pc:picChg>
        <pc:picChg chg="add mod">
          <ac:chgData name="Kellie, Dax (NCMI, Eveleigh)" userId="96f13639-99b5-4b97-86b9-a51d6c46cfe9" providerId="ADAL" clId="{9B408357-1A4D-4040-8682-7C560FA0504B}" dt="2025-11-13T00:34:49.708" v="4437" actId="1038"/>
          <ac:picMkLst>
            <pc:docMk/>
            <pc:sldMk cId="2025124222" sldId="256"/>
            <ac:picMk id="193" creationId="{E79AA4C5-EF8A-6828-C948-02AB73C0139F}"/>
          </ac:picMkLst>
        </pc:picChg>
        <pc:picChg chg="add mod">
          <ac:chgData name="Kellie, Dax (NCMI, Eveleigh)" userId="96f13639-99b5-4b97-86b9-a51d6c46cfe9" providerId="ADAL" clId="{9B408357-1A4D-4040-8682-7C560FA0504B}" dt="2025-11-13T00:24:53.582" v="4396" actId="1038"/>
          <ac:picMkLst>
            <pc:docMk/>
            <pc:sldMk cId="2025124222" sldId="256"/>
            <ac:picMk id="195" creationId="{3FD3ADC8-E52F-8FF8-F486-142DE9BBFA83}"/>
          </ac:picMkLst>
        </pc:picChg>
        <pc:picChg chg="add mod">
          <ac:chgData name="Kellie, Dax (NCMI, Eveleigh)" userId="96f13639-99b5-4b97-86b9-a51d6c46cfe9" providerId="ADAL" clId="{9B408357-1A4D-4040-8682-7C560FA0504B}" dt="2025-11-13T00:24:53.582" v="4396" actId="1038"/>
          <ac:picMkLst>
            <pc:docMk/>
            <pc:sldMk cId="2025124222" sldId="256"/>
            <ac:picMk id="196" creationId="{F1A4C652-109D-DFCF-97B6-63BFA7F71912}"/>
          </ac:picMkLst>
        </pc:picChg>
        <pc:picChg chg="add mod">
          <ac:chgData name="Kellie, Dax (NCMI, Eveleigh)" userId="96f13639-99b5-4b97-86b9-a51d6c46cfe9" providerId="ADAL" clId="{9B408357-1A4D-4040-8682-7C560FA0504B}" dt="2025-11-13T00:34:52.653" v="4441" actId="1038"/>
          <ac:picMkLst>
            <pc:docMk/>
            <pc:sldMk cId="2025124222" sldId="256"/>
            <ac:picMk id="197" creationId="{ACA95DB2-0546-F6F9-FEE9-0D28074A1C4C}"/>
          </ac:picMkLst>
        </pc:picChg>
        <pc:picChg chg="add mod">
          <ac:chgData name="Kellie, Dax (NCMI, Eveleigh)" userId="96f13639-99b5-4b97-86b9-a51d6c46cfe9" providerId="ADAL" clId="{9B408357-1A4D-4040-8682-7C560FA0504B}" dt="2025-11-13T00:34:49.708" v="4437" actId="1038"/>
          <ac:picMkLst>
            <pc:docMk/>
            <pc:sldMk cId="2025124222" sldId="256"/>
            <ac:picMk id="200" creationId="{54B5FB5C-9E16-8875-A018-ED4A3185B5CF}"/>
          </ac:picMkLst>
        </pc:picChg>
        <pc:picChg chg="add mod">
          <ac:chgData name="Kellie, Dax (NCMI, Eveleigh)" userId="96f13639-99b5-4b97-86b9-a51d6c46cfe9" providerId="ADAL" clId="{9B408357-1A4D-4040-8682-7C560FA0504B}" dt="2025-11-07T06:45:48.793" v="2149" actId="1076"/>
          <ac:picMkLst>
            <pc:docMk/>
            <pc:sldMk cId="2025124222" sldId="256"/>
            <ac:picMk id="201" creationId="{7E010C25-94E9-07F6-E1DC-4571722D9CCB}"/>
          </ac:picMkLst>
        </pc:picChg>
        <pc:picChg chg="add mod">
          <ac:chgData name="Kellie, Dax (NCMI, Eveleigh)" userId="96f13639-99b5-4b97-86b9-a51d6c46cfe9" providerId="ADAL" clId="{9B408357-1A4D-4040-8682-7C560FA0504B}" dt="2025-11-07T06:52:37.158" v="2429" actId="1038"/>
          <ac:picMkLst>
            <pc:docMk/>
            <pc:sldMk cId="2025124222" sldId="256"/>
            <ac:picMk id="204" creationId="{07F72DEA-4E61-44C3-5ACE-4B3126F5CD1C}"/>
          </ac:picMkLst>
        </pc:picChg>
        <pc:picChg chg="add mod">
          <ac:chgData name="Kellie, Dax (NCMI, Eveleigh)" userId="96f13639-99b5-4b97-86b9-a51d6c46cfe9" providerId="ADAL" clId="{9B408357-1A4D-4040-8682-7C560FA0504B}" dt="2025-11-13T00:03:21.036" v="4346" actId="1076"/>
          <ac:picMkLst>
            <pc:docMk/>
            <pc:sldMk cId="2025124222" sldId="256"/>
            <ac:picMk id="231" creationId="{7531848B-DCC2-DE0F-6829-B3B01C2CF36F}"/>
          </ac:picMkLst>
        </pc:picChg>
        <pc:picChg chg="add mod">
          <ac:chgData name="Kellie, Dax (NCMI, Eveleigh)" userId="96f13639-99b5-4b97-86b9-a51d6c46cfe9" providerId="ADAL" clId="{9B408357-1A4D-4040-8682-7C560FA0504B}" dt="2025-11-13T00:03:16.179" v="4345" actId="1076"/>
          <ac:picMkLst>
            <pc:docMk/>
            <pc:sldMk cId="2025124222" sldId="256"/>
            <ac:picMk id="234" creationId="{62FA3CD7-3D33-1A0A-348F-DA0F84662B08}"/>
          </ac:picMkLst>
        </pc:picChg>
        <pc:picChg chg="add mod ord">
          <ac:chgData name="Kellie, Dax (NCMI, Eveleigh)" userId="96f13639-99b5-4b97-86b9-a51d6c46cfe9" providerId="ADAL" clId="{9B408357-1A4D-4040-8682-7C560FA0504B}" dt="2025-11-13T00:35:40.300" v="4442" actId="1037"/>
          <ac:picMkLst>
            <pc:docMk/>
            <pc:sldMk cId="2025124222" sldId="256"/>
            <ac:picMk id="236" creationId="{73223387-552E-9A62-0D65-7541A0A076C3}"/>
          </ac:picMkLst>
        </pc:picChg>
        <pc:picChg chg="add mod">
          <ac:chgData name="Kellie, Dax (NCMI, Eveleigh)" userId="96f13639-99b5-4b97-86b9-a51d6c46cfe9" providerId="ADAL" clId="{9B408357-1A4D-4040-8682-7C560FA0504B}" dt="2025-11-10T06:35:45.957" v="4055" actId="1076"/>
          <ac:picMkLst>
            <pc:docMk/>
            <pc:sldMk cId="2025124222" sldId="256"/>
            <ac:picMk id="240" creationId="{FB7E967A-478E-8CA2-05CB-6B770C28DAF4}"/>
          </ac:picMkLst>
        </pc:picChg>
        <pc:picChg chg="add mod">
          <ac:chgData name="Kellie, Dax (NCMI, Eveleigh)" userId="96f13639-99b5-4b97-86b9-a51d6c46cfe9" providerId="ADAL" clId="{9B408357-1A4D-4040-8682-7C560FA0504B}" dt="2025-11-10T06:36:40.366" v="4064" actId="1076"/>
          <ac:picMkLst>
            <pc:docMk/>
            <pc:sldMk cId="2025124222" sldId="256"/>
            <ac:picMk id="241" creationId="{7397C319-7328-FFD8-51AD-3F6C2A435314}"/>
          </ac:picMkLst>
        </pc:picChg>
        <pc:picChg chg="add mod">
          <ac:chgData name="Kellie, Dax (NCMI, Eveleigh)" userId="96f13639-99b5-4b97-86b9-a51d6c46cfe9" providerId="ADAL" clId="{9B408357-1A4D-4040-8682-7C560FA0504B}" dt="2025-11-13T00:03:52.730" v="4347" actId="1076"/>
          <ac:picMkLst>
            <pc:docMk/>
            <pc:sldMk cId="2025124222" sldId="256"/>
            <ac:picMk id="243" creationId="{0797232B-D844-C414-7DB2-59834D3FBC9E}"/>
          </ac:picMkLst>
        </pc:picChg>
        <pc:picChg chg="add mod">
          <ac:chgData name="Kellie, Dax (NCMI, Eveleigh)" userId="96f13639-99b5-4b97-86b9-a51d6c46cfe9" providerId="ADAL" clId="{9B408357-1A4D-4040-8682-7C560FA0504B}" dt="2025-11-13T00:03:56.721" v="4348" actId="1076"/>
          <ac:picMkLst>
            <pc:docMk/>
            <pc:sldMk cId="2025124222" sldId="256"/>
            <ac:picMk id="1029" creationId="{D0575935-18A9-2A0E-72B8-F5D58BCDED19}"/>
          </ac:picMkLst>
        </pc:picChg>
        <pc:cxnChg chg="add mod">
          <ac:chgData name="Kellie, Dax (NCMI, Eveleigh)" userId="96f13639-99b5-4b97-86b9-a51d6c46cfe9" providerId="ADAL" clId="{9B408357-1A4D-4040-8682-7C560FA0504B}" dt="2025-11-13T00:05:40.869" v="4355" actId="1076"/>
          <ac:cxnSpMkLst>
            <pc:docMk/>
            <pc:sldMk cId="2025124222" sldId="256"/>
            <ac:cxnSpMk id="34" creationId="{10155823-1327-9221-794D-3737EF751317}"/>
          </ac:cxnSpMkLst>
        </pc:cxnChg>
        <pc:cxnChg chg="add mod">
          <ac:chgData name="Kellie, Dax (NCMI, Eveleigh)" userId="96f13639-99b5-4b97-86b9-a51d6c46cfe9" providerId="ADAL" clId="{9B408357-1A4D-4040-8682-7C560FA0504B}" dt="2025-11-10T23:47:38.317" v="4132" actId="14100"/>
          <ac:cxnSpMkLst>
            <pc:docMk/>
            <pc:sldMk cId="2025124222" sldId="256"/>
            <ac:cxnSpMk id="48" creationId="{D7CA6DDC-FC10-031C-4813-2F87A1A8F67E}"/>
          </ac:cxnSpMkLst>
        </pc:cxnChg>
        <pc:cxnChg chg="add mod ord">
          <ac:chgData name="Kellie, Dax (NCMI, Eveleigh)" userId="96f13639-99b5-4b97-86b9-a51d6c46cfe9" providerId="ADAL" clId="{9B408357-1A4D-4040-8682-7C560FA0504B}" dt="2025-11-10T23:46:15.205" v="4125" actId="1036"/>
          <ac:cxnSpMkLst>
            <pc:docMk/>
            <pc:sldMk cId="2025124222" sldId="256"/>
            <ac:cxnSpMk id="71" creationId="{81DB5E6F-F9B8-96FD-15DE-2B96EDBF1AD1}"/>
          </ac:cxnSpMkLst>
        </pc:cxnChg>
        <pc:cxnChg chg="add mod ord">
          <ac:chgData name="Kellie, Dax (NCMI, Eveleigh)" userId="96f13639-99b5-4b97-86b9-a51d6c46cfe9" providerId="ADAL" clId="{9B408357-1A4D-4040-8682-7C560FA0504B}" dt="2025-11-10T23:46:15.205" v="4125" actId="1036"/>
          <ac:cxnSpMkLst>
            <pc:docMk/>
            <pc:sldMk cId="2025124222" sldId="256"/>
            <ac:cxnSpMk id="73" creationId="{C360D4CC-78E4-296A-DD95-708B57A40162}"/>
          </ac:cxnSpMkLst>
        </pc:cxnChg>
        <pc:cxnChg chg="add mod ord">
          <ac:chgData name="Kellie, Dax (NCMI, Eveleigh)" userId="96f13639-99b5-4b97-86b9-a51d6c46cfe9" providerId="ADAL" clId="{9B408357-1A4D-4040-8682-7C560FA0504B}" dt="2025-11-10T23:46:15.205" v="4125" actId="1036"/>
          <ac:cxnSpMkLst>
            <pc:docMk/>
            <pc:sldMk cId="2025124222" sldId="256"/>
            <ac:cxnSpMk id="74" creationId="{889AFC11-C9D5-0BC5-0288-0ACD4DCD0358}"/>
          </ac:cxnSpMkLst>
        </pc:cxnChg>
        <pc:cxnChg chg="add mod ord">
          <ac:chgData name="Kellie, Dax (NCMI, Eveleigh)" userId="96f13639-99b5-4b97-86b9-a51d6c46cfe9" providerId="ADAL" clId="{9B408357-1A4D-4040-8682-7C560FA0504B}" dt="2025-11-10T23:28:24.985" v="4120" actId="208"/>
          <ac:cxnSpMkLst>
            <pc:docMk/>
            <pc:sldMk cId="2025124222" sldId="256"/>
            <ac:cxnSpMk id="75" creationId="{1ACE321A-2EA9-FD35-8A3E-0A5ACAB06F1E}"/>
          </ac:cxnSpMkLst>
        </pc:cxnChg>
        <pc:cxnChg chg="add mod">
          <ac:chgData name="Kellie, Dax (NCMI, Eveleigh)" userId="96f13639-99b5-4b97-86b9-a51d6c46cfe9" providerId="ADAL" clId="{9B408357-1A4D-4040-8682-7C560FA0504B}" dt="2025-11-07T06:53:32.048" v="2432" actId="692"/>
          <ac:cxnSpMkLst>
            <pc:docMk/>
            <pc:sldMk cId="2025124222" sldId="256"/>
            <ac:cxnSpMk id="230" creationId="{F780A4FD-6E5E-F512-1F39-4EE4B2C1370E}"/>
          </ac:cxnSpMkLst>
        </pc:cxnChg>
        <pc:cxnChg chg="add mod">
          <ac:chgData name="Kellie, Dax (NCMI, Eveleigh)" userId="96f13639-99b5-4b97-86b9-a51d6c46cfe9" providerId="ADAL" clId="{9B408357-1A4D-4040-8682-7C560FA0504B}" dt="2025-11-07T06:54:31.100" v="2446" actId="14100"/>
          <ac:cxnSpMkLst>
            <pc:docMk/>
            <pc:sldMk cId="2025124222" sldId="256"/>
            <ac:cxnSpMk id="232" creationId="{946A5023-9B15-8D32-09AE-1A1DF5AF13B7}"/>
          </ac:cxnSpMkLst>
        </pc:cxnChg>
        <pc:cxnChg chg="add mod">
          <ac:chgData name="Kellie, Dax (NCMI, Eveleigh)" userId="96f13639-99b5-4b97-86b9-a51d6c46cfe9" providerId="ADAL" clId="{9B408357-1A4D-4040-8682-7C560FA0504B}" dt="2025-11-07T06:55:11.578" v="2456" actId="1076"/>
          <ac:cxnSpMkLst>
            <pc:docMk/>
            <pc:sldMk cId="2025124222" sldId="256"/>
            <ac:cxnSpMk id="238" creationId="{599ABB08-799A-9420-BEEF-6403C043009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6B24B2-3DA5-4C61-8506-C6961F0533A2}" type="datetimeFigureOut">
              <a:rPr lang="en-AU" smtClean="0"/>
              <a:t>13/11/2025</a:t>
            </a:fld>
            <a:endParaRPr lang="en-AU"/>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5FA1EB-461E-4C7E-8248-6E422C5D9860}" type="slidenum">
              <a:rPr lang="en-AU" smtClean="0"/>
              <a:t>‹#›</a:t>
            </a:fld>
            <a:endParaRPr lang="en-AU"/>
          </a:p>
        </p:txBody>
      </p:sp>
    </p:spTree>
    <p:extLst>
      <p:ext uri="{BB962C8B-B14F-4D97-AF65-F5344CB8AC3E}">
        <p14:creationId xmlns:p14="http://schemas.microsoft.com/office/powerpoint/2010/main" val="16452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05FA1EB-461E-4C7E-8248-6E422C5D9860}" type="slidenum">
              <a:rPr lang="en-AU" smtClean="0"/>
              <a:t>1</a:t>
            </a:fld>
            <a:endParaRPr lang="en-AU"/>
          </a:p>
        </p:txBody>
      </p:sp>
    </p:spTree>
    <p:extLst>
      <p:ext uri="{BB962C8B-B14F-4D97-AF65-F5344CB8AC3E}">
        <p14:creationId xmlns:p14="http://schemas.microsoft.com/office/powerpoint/2010/main" val="2916380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A4EE37-70AF-4C24-B3A5-053624A35FD0}" type="datetimeFigureOut">
              <a:rPr lang="en-AU" smtClean="0"/>
              <a:t>13/11/2025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315071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A4EE37-70AF-4C24-B3A5-053624A35FD0}" type="datetimeFigureOut">
              <a:rPr lang="en-AU" smtClean="0"/>
              <a:t>13/11/2025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1691678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A4EE37-70AF-4C24-B3A5-053624A35FD0}" type="datetimeFigureOut">
              <a:rPr lang="en-AU" smtClean="0"/>
              <a:t>13/11/2025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425452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A4EE37-70AF-4C24-B3A5-053624A35FD0}" type="datetimeFigureOut">
              <a:rPr lang="en-AU" smtClean="0"/>
              <a:t>13/11/2025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1936789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A4EE37-70AF-4C24-B3A5-053624A35FD0}" type="datetimeFigureOut">
              <a:rPr lang="en-AU" smtClean="0"/>
              <a:t>13/11/2025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891210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A4EE37-70AF-4C24-B3A5-053624A35FD0}" type="datetimeFigureOut">
              <a:rPr lang="en-AU" smtClean="0"/>
              <a:t>13/11/2025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2712908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A4EE37-70AF-4C24-B3A5-053624A35FD0}" type="datetimeFigureOut">
              <a:rPr lang="en-AU" smtClean="0"/>
              <a:t>13/11/2025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1335096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10A4EE37-70AF-4C24-B3A5-053624A35FD0}" type="datetimeFigureOut">
              <a:rPr lang="en-AU" smtClean="0"/>
              <a:t>13/11/2025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1200801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10A4EE37-70AF-4C24-B3A5-053624A35FD0}" type="datetimeFigureOut">
              <a:rPr lang="en-AU" smtClean="0"/>
              <a:t>13/11/2025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595580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A4EE37-70AF-4C24-B3A5-053624A35FD0}" type="datetimeFigureOut">
              <a:rPr lang="en-AU" smtClean="0"/>
              <a:t>13/11/2025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218948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A4EE37-70AF-4C24-B3A5-053624A35FD0}" type="datetimeFigureOut">
              <a:rPr lang="en-AU" smtClean="0"/>
              <a:t>13/11/2025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A6722-FD87-4613-8E6A-6AA653E0B23F}" type="slidenum">
              <a:rPr lang="en-AU" smtClean="0"/>
              <a:t>‹#›</a:t>
            </a:fld>
            <a:endParaRPr lang="en-AU"/>
          </a:p>
        </p:txBody>
      </p:sp>
    </p:spTree>
    <p:extLst>
      <p:ext uri="{BB962C8B-B14F-4D97-AF65-F5344CB8AC3E}">
        <p14:creationId xmlns:p14="http://schemas.microsoft.com/office/powerpoint/2010/main" val="3807345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10A4EE37-70AF-4C24-B3A5-053624A35FD0}" type="datetimeFigureOut">
              <a:rPr lang="en-AU" smtClean="0"/>
              <a:t>13/11/2025</a:t>
            </a:fld>
            <a:endParaRPr lang="en-AU"/>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AU"/>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40EA6722-FD87-4613-8E6A-6AA653E0B23F}" type="slidenum">
              <a:rPr lang="en-AU" smtClean="0"/>
              <a:t>‹#›</a:t>
            </a:fld>
            <a:endParaRPr lang="en-AU"/>
          </a:p>
        </p:txBody>
      </p:sp>
      <p:sp>
        <p:nvSpPr>
          <p:cNvPr id="9" name="TextBox 8">
            <a:extLst>
              <a:ext uri="{FF2B5EF4-FFF2-40B4-BE49-F238E27FC236}">
                <a16:creationId xmlns:a16="http://schemas.microsoft.com/office/drawing/2014/main" id="{226C3AD8-A99A-B602-3D3F-CD481D8D5751}"/>
              </a:ext>
            </a:extLst>
          </p:cNvPr>
          <p:cNvSpPr txBox="1"/>
          <p:nvPr userDrawn="1">
            <p:extLst>
              <p:ext uri="{1162E1C5-73C7-4A58-AE30-91384D911F3F}">
                <p184:classification xmlns:p184="http://schemas.microsoft.com/office/powerpoint/2018/4/main" val="hdr"/>
              </p:ext>
            </p:extLst>
          </p:nvPr>
        </p:nvSpPr>
        <p:spPr>
          <a:xfrm>
            <a:off x="14827250" y="63500"/>
            <a:ext cx="652463" cy="182880"/>
          </a:xfrm>
          <a:prstGeom prst="rect">
            <a:avLst/>
          </a:prstGeom>
        </p:spPr>
        <p:txBody>
          <a:bodyPr horzOverflow="overflow" lIns="0" tIns="0" rIns="0" bIns="0">
            <a:spAutoFit/>
          </a:bodyPr>
          <a:lstStyle/>
          <a:p>
            <a:pPr algn="l"/>
            <a:r>
              <a:rPr lang="en-AU" sz="1200">
                <a:solidFill>
                  <a:srgbClr val="FF0000">
                    <a:alpha val="50000"/>
                  </a:srgbClr>
                </a:solidFill>
                <a:latin typeface="Aptos" panose="020B0004020202020204" pitchFamily="34" charset="0"/>
              </a:rPr>
              <a:t>OFFICIAL</a:t>
            </a:r>
          </a:p>
        </p:txBody>
      </p:sp>
      <p:sp>
        <p:nvSpPr>
          <p:cNvPr id="10" name="TextBox 9">
            <a:extLst>
              <a:ext uri="{FF2B5EF4-FFF2-40B4-BE49-F238E27FC236}">
                <a16:creationId xmlns:a16="http://schemas.microsoft.com/office/drawing/2014/main" id="{977619DB-8CDA-6E89-09A4-0230EBEFAAE7}"/>
              </a:ext>
            </a:extLst>
          </p:cNvPr>
          <p:cNvSpPr txBox="1"/>
          <p:nvPr userDrawn="1">
            <p:extLst>
              <p:ext uri="{1162E1C5-73C7-4A58-AE30-91384D911F3F}">
                <p184:classification xmlns:p184="http://schemas.microsoft.com/office/powerpoint/2018/4/main" val="ftr"/>
              </p:ext>
            </p:extLst>
          </p:nvPr>
        </p:nvSpPr>
        <p:spPr>
          <a:xfrm>
            <a:off x="14827250" y="42557383"/>
            <a:ext cx="652463" cy="182880"/>
          </a:xfrm>
          <a:prstGeom prst="rect">
            <a:avLst/>
          </a:prstGeom>
        </p:spPr>
        <p:txBody>
          <a:bodyPr horzOverflow="overflow" lIns="0" tIns="0" rIns="0" bIns="0">
            <a:spAutoFit/>
          </a:bodyPr>
          <a:lstStyle/>
          <a:p>
            <a:pPr algn="l"/>
            <a:r>
              <a:rPr lang="en-AU" sz="1200">
                <a:solidFill>
                  <a:srgbClr val="FF0000">
                    <a:alpha val="50000"/>
                  </a:srgbClr>
                </a:solidFill>
                <a:latin typeface="Aptos" panose="020B0004020202020204" pitchFamily="34" charset="0"/>
              </a:rPr>
              <a:t>OFFICIAL</a:t>
            </a:r>
          </a:p>
        </p:txBody>
      </p:sp>
    </p:spTree>
    <p:extLst>
      <p:ext uri="{BB962C8B-B14F-4D97-AF65-F5344CB8AC3E}">
        <p14:creationId xmlns:p14="http://schemas.microsoft.com/office/powerpoint/2010/main" val="41012929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 Type="http://schemas.openxmlformats.org/officeDocument/2006/relationships/image" Target="../media/image1.png"/><Relationship Id="rId21" Type="http://schemas.openxmlformats.org/officeDocument/2006/relationships/image" Target="../media/image19.png"/><Relationship Id="rId34" Type="http://schemas.microsoft.com/office/2007/relationships/hdphoto" Target="../media/hdphoto1.wdp"/><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2.png"/><Relationship Id="rId8"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a:extLst>
              <a:ext uri="{FF2B5EF4-FFF2-40B4-BE49-F238E27FC236}">
                <a16:creationId xmlns:a16="http://schemas.microsoft.com/office/drawing/2014/main" id="{6267D05F-8744-A6E6-825D-6008DCCF04C2}"/>
              </a:ext>
            </a:extLst>
          </p:cNvPr>
          <p:cNvSpPr/>
          <p:nvPr/>
        </p:nvSpPr>
        <p:spPr>
          <a:xfrm>
            <a:off x="-7664596" y="25320398"/>
            <a:ext cx="9923998" cy="19528900"/>
          </a:xfrm>
          <a:prstGeom prst="rect">
            <a:avLst/>
          </a:prstGeom>
          <a:solidFill>
            <a:srgbClr val="5D9F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9DD747"/>
              </a:solidFill>
            </a:endParaRPr>
          </a:p>
        </p:txBody>
      </p:sp>
      <p:sp>
        <p:nvSpPr>
          <p:cNvPr id="179" name="Oval 178">
            <a:extLst>
              <a:ext uri="{FF2B5EF4-FFF2-40B4-BE49-F238E27FC236}">
                <a16:creationId xmlns:a16="http://schemas.microsoft.com/office/drawing/2014/main" id="{3B7657E2-1CB8-CFBD-2BD9-73DB3EA5BC0A}"/>
              </a:ext>
            </a:extLst>
          </p:cNvPr>
          <p:cNvSpPr/>
          <p:nvPr/>
        </p:nvSpPr>
        <p:spPr>
          <a:xfrm>
            <a:off x="-5407461" y="21401881"/>
            <a:ext cx="7667677" cy="8162720"/>
          </a:xfrm>
          <a:prstGeom prst="ellipse">
            <a:avLst/>
          </a:prstGeom>
          <a:solidFill>
            <a:srgbClr val="5D9F3D"/>
          </a:solidFill>
          <a:ln w="76200">
            <a:solidFill>
              <a:srgbClr val="F3A9B3">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6600" dirty="0">
              <a:latin typeface="Roboto" panose="02000000000000000000" pitchFamily="2" charset="0"/>
              <a:ea typeface="Roboto" panose="02000000000000000000" pitchFamily="2" charset="0"/>
            </a:endParaRPr>
          </a:p>
        </p:txBody>
      </p:sp>
      <p:pic>
        <p:nvPicPr>
          <p:cNvPr id="236" name="Graphic 235">
            <a:extLst>
              <a:ext uri="{FF2B5EF4-FFF2-40B4-BE49-F238E27FC236}">
                <a16:creationId xmlns:a16="http://schemas.microsoft.com/office/drawing/2014/main" id="{73223387-552E-9A62-0D65-7541A0A076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783912" y="21708568"/>
            <a:ext cx="15939168" cy="23671250"/>
          </a:xfrm>
          <a:prstGeom prst="rect">
            <a:avLst/>
          </a:prstGeom>
        </p:spPr>
      </p:pic>
      <p:sp>
        <p:nvSpPr>
          <p:cNvPr id="192" name="Rectangle 191">
            <a:extLst>
              <a:ext uri="{FF2B5EF4-FFF2-40B4-BE49-F238E27FC236}">
                <a16:creationId xmlns:a16="http://schemas.microsoft.com/office/drawing/2014/main" id="{93571EED-A197-26EA-37E6-33863E9FC799}"/>
              </a:ext>
            </a:extLst>
          </p:cNvPr>
          <p:cNvSpPr/>
          <p:nvPr/>
        </p:nvSpPr>
        <p:spPr>
          <a:xfrm>
            <a:off x="13896370" y="23694888"/>
            <a:ext cx="15587904" cy="7960224"/>
          </a:xfrm>
          <a:prstGeom prst="rect">
            <a:avLst/>
          </a:prstGeom>
          <a:solidFill>
            <a:schemeClr val="bg1">
              <a:lumMod val="95000"/>
              <a:alpha val="38000"/>
            </a:schemeClr>
          </a:solidFill>
          <a:ln>
            <a:solidFill>
              <a:schemeClr val="accent1">
                <a:shade val="15000"/>
                <a:alpha val="2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521EEA9E-D51D-3280-A4F5-A2B139FE4345}"/>
              </a:ext>
            </a:extLst>
          </p:cNvPr>
          <p:cNvSpPr/>
          <p:nvPr/>
        </p:nvSpPr>
        <p:spPr>
          <a:xfrm>
            <a:off x="23427716" y="4618428"/>
            <a:ext cx="10098949" cy="9039043"/>
          </a:xfrm>
          <a:prstGeom prst="rect">
            <a:avLst/>
          </a:prstGeom>
          <a:solidFill>
            <a:srgbClr val="5D9F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C89A65ED-94BD-7442-A4AB-F832E7E48AE6}"/>
              </a:ext>
            </a:extLst>
          </p:cNvPr>
          <p:cNvSpPr/>
          <p:nvPr/>
        </p:nvSpPr>
        <p:spPr>
          <a:xfrm>
            <a:off x="14096061" y="-4470393"/>
            <a:ext cx="10098949" cy="9236407"/>
          </a:xfrm>
          <a:prstGeom prst="rect">
            <a:avLst/>
          </a:prstGeom>
          <a:solidFill>
            <a:srgbClr val="5D9F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Oval 3">
            <a:extLst>
              <a:ext uri="{FF2B5EF4-FFF2-40B4-BE49-F238E27FC236}">
                <a16:creationId xmlns:a16="http://schemas.microsoft.com/office/drawing/2014/main" id="{B5139FF5-776C-02CC-21B2-F979A7B0CFA5}"/>
              </a:ext>
            </a:extLst>
          </p:cNvPr>
          <p:cNvSpPr/>
          <p:nvPr/>
        </p:nvSpPr>
        <p:spPr>
          <a:xfrm rot="5400000">
            <a:off x="14336605" y="-4765295"/>
            <a:ext cx="18182222" cy="18663310"/>
          </a:xfrm>
          <a:prstGeom prst="ellipse">
            <a:avLst/>
          </a:prstGeom>
          <a:solidFill>
            <a:srgbClr val="5D9F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8D5A2F6D-34DD-8903-F277-DDF7BD926F4F}"/>
              </a:ext>
            </a:extLst>
          </p:cNvPr>
          <p:cNvSpPr txBox="1"/>
          <p:nvPr/>
        </p:nvSpPr>
        <p:spPr>
          <a:xfrm>
            <a:off x="15931516" y="1602516"/>
            <a:ext cx="12175128" cy="3016210"/>
          </a:xfrm>
          <a:prstGeom prst="rect">
            <a:avLst/>
          </a:prstGeom>
          <a:noFill/>
        </p:spPr>
        <p:txBody>
          <a:bodyPr wrap="none" rtlCol="0">
            <a:spAutoFit/>
          </a:bodyPr>
          <a:lstStyle/>
          <a:p>
            <a:r>
              <a:rPr lang="en-AU" sz="19000" dirty="0">
                <a:solidFill>
                  <a:schemeClr val="bg1"/>
                </a:solidFill>
                <a:latin typeface="Fira Code" panose="020B0809050000020004" pitchFamily="49" charset="0"/>
                <a:ea typeface="Fira Code" panose="020B0809050000020004" pitchFamily="49" charset="0"/>
                <a:cs typeface="Fira Code" panose="020B0809050000020004" pitchFamily="49" charset="0"/>
              </a:rPr>
              <a:t>galaxias</a:t>
            </a:r>
          </a:p>
        </p:txBody>
      </p:sp>
      <p:sp>
        <p:nvSpPr>
          <p:cNvPr id="6" name="TextBox 5">
            <a:extLst>
              <a:ext uri="{FF2B5EF4-FFF2-40B4-BE49-F238E27FC236}">
                <a16:creationId xmlns:a16="http://schemas.microsoft.com/office/drawing/2014/main" id="{022EE7E6-4F8F-F23C-2C71-526B2940FADD}"/>
              </a:ext>
            </a:extLst>
          </p:cNvPr>
          <p:cNvSpPr txBox="1"/>
          <p:nvPr/>
        </p:nvSpPr>
        <p:spPr>
          <a:xfrm>
            <a:off x="16293745" y="6589017"/>
            <a:ext cx="13495350" cy="3170099"/>
          </a:xfrm>
          <a:prstGeom prst="rect">
            <a:avLst/>
          </a:prstGeom>
          <a:noFill/>
        </p:spPr>
        <p:txBody>
          <a:bodyPr wrap="square" rtlCol="0">
            <a:spAutoFit/>
          </a:bodyPr>
          <a:lstStyle/>
          <a:p>
            <a:r>
              <a:rPr lang="en-AU" sz="4000" dirty="0">
                <a:solidFill>
                  <a:schemeClr val="bg1">
                    <a:lumMod val="95000"/>
                  </a:schemeClr>
                </a:solidFill>
                <a:latin typeface="Roboto" panose="02000000000000000000" pitchFamily="2" charset="0"/>
                <a:ea typeface="Roboto" panose="02000000000000000000" pitchFamily="2" charset="0"/>
              </a:rPr>
              <a:t>An R and Python interface designed to simplify the process of converting biodiversity data into Darwin Core Archives, the accepted format to submit data to data infrastructures 	like the Atlas of Living Australia (ALA) or the Global 					Biodiversity Information Facility (GBIF).</a:t>
            </a:r>
          </a:p>
        </p:txBody>
      </p:sp>
      <p:pic>
        <p:nvPicPr>
          <p:cNvPr id="12" name="Graphic 11">
            <a:extLst>
              <a:ext uri="{FF2B5EF4-FFF2-40B4-BE49-F238E27FC236}">
                <a16:creationId xmlns:a16="http://schemas.microsoft.com/office/drawing/2014/main" id="{DF65134C-F333-4B6C-EF21-6DDAA84B312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2280" y="-543129"/>
            <a:ext cx="13464484" cy="15520348"/>
          </a:xfrm>
          <a:prstGeom prst="rect">
            <a:avLst/>
          </a:prstGeom>
        </p:spPr>
      </p:pic>
      <p:pic>
        <p:nvPicPr>
          <p:cNvPr id="39" name="Graphic 38">
            <a:extLst>
              <a:ext uri="{FF2B5EF4-FFF2-40B4-BE49-F238E27FC236}">
                <a16:creationId xmlns:a16="http://schemas.microsoft.com/office/drawing/2014/main" id="{C39F15E6-D53E-5645-DF79-FF0D7BAB159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963488" y="22787941"/>
            <a:ext cx="838806" cy="838806"/>
          </a:xfrm>
          <a:prstGeom prst="rect">
            <a:avLst/>
          </a:prstGeom>
        </p:spPr>
      </p:pic>
      <p:pic>
        <p:nvPicPr>
          <p:cNvPr id="40" name="Graphic 39">
            <a:extLst>
              <a:ext uri="{FF2B5EF4-FFF2-40B4-BE49-F238E27FC236}">
                <a16:creationId xmlns:a16="http://schemas.microsoft.com/office/drawing/2014/main" id="{34B2E602-84F1-07C4-2274-32A86AA9E64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963488" y="32014947"/>
            <a:ext cx="838574" cy="838574"/>
          </a:xfrm>
          <a:prstGeom prst="rect">
            <a:avLst/>
          </a:prstGeom>
        </p:spPr>
      </p:pic>
      <p:pic>
        <p:nvPicPr>
          <p:cNvPr id="41" name="Graphic 40">
            <a:extLst>
              <a:ext uri="{FF2B5EF4-FFF2-40B4-BE49-F238E27FC236}">
                <a16:creationId xmlns:a16="http://schemas.microsoft.com/office/drawing/2014/main" id="{CE8B6081-0689-2AEE-D04F-DCC9886777B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963488" y="34771579"/>
            <a:ext cx="838574" cy="838574"/>
          </a:xfrm>
          <a:prstGeom prst="rect">
            <a:avLst/>
          </a:prstGeom>
        </p:spPr>
      </p:pic>
      <p:pic>
        <p:nvPicPr>
          <p:cNvPr id="43" name="Graphic 42">
            <a:extLst>
              <a:ext uri="{FF2B5EF4-FFF2-40B4-BE49-F238E27FC236}">
                <a16:creationId xmlns:a16="http://schemas.microsoft.com/office/drawing/2014/main" id="{922D0F6F-2548-EFF5-1311-71063FF41C4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963600" y="37488525"/>
            <a:ext cx="838574" cy="838574"/>
          </a:xfrm>
          <a:prstGeom prst="rect">
            <a:avLst/>
          </a:prstGeom>
        </p:spPr>
      </p:pic>
      <p:pic>
        <p:nvPicPr>
          <p:cNvPr id="44" name="Graphic 43">
            <a:extLst>
              <a:ext uri="{FF2B5EF4-FFF2-40B4-BE49-F238E27FC236}">
                <a16:creationId xmlns:a16="http://schemas.microsoft.com/office/drawing/2014/main" id="{E97F33D4-5DD1-1C0A-C76E-621F81D3570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963600" y="39911852"/>
            <a:ext cx="838574" cy="838574"/>
          </a:xfrm>
          <a:prstGeom prst="rect">
            <a:avLst/>
          </a:prstGeom>
        </p:spPr>
      </p:pic>
      <p:pic>
        <p:nvPicPr>
          <p:cNvPr id="240" name="Graphic 239">
            <a:extLst>
              <a:ext uri="{FF2B5EF4-FFF2-40B4-BE49-F238E27FC236}">
                <a16:creationId xmlns:a16="http://schemas.microsoft.com/office/drawing/2014/main" id="{FB7E967A-478E-8CA2-05CB-6B770C28DAF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2145157" y="34757665"/>
            <a:ext cx="838800" cy="838800"/>
          </a:xfrm>
          <a:prstGeom prst="rect">
            <a:avLst/>
          </a:prstGeom>
        </p:spPr>
      </p:pic>
      <p:sp>
        <p:nvSpPr>
          <p:cNvPr id="35" name="Rectangle: Rounded Corners 34">
            <a:extLst>
              <a:ext uri="{FF2B5EF4-FFF2-40B4-BE49-F238E27FC236}">
                <a16:creationId xmlns:a16="http://schemas.microsoft.com/office/drawing/2014/main" id="{8D1FF18B-70F1-2CAE-1792-39243F44554A}"/>
              </a:ext>
            </a:extLst>
          </p:cNvPr>
          <p:cNvSpPr/>
          <p:nvPr/>
        </p:nvSpPr>
        <p:spPr>
          <a:xfrm>
            <a:off x="7029158" y="14258925"/>
            <a:ext cx="26697429" cy="7458075"/>
          </a:xfrm>
          <a:prstGeom prst="roundRect">
            <a:avLst/>
          </a:prstGeom>
          <a:solidFill>
            <a:srgbClr val="F6DEE2"/>
          </a:solidFill>
          <a:ln w="1905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Rectangle: Rounded Corners 45">
            <a:extLst>
              <a:ext uri="{FF2B5EF4-FFF2-40B4-BE49-F238E27FC236}">
                <a16:creationId xmlns:a16="http://schemas.microsoft.com/office/drawing/2014/main" id="{456B88CF-335F-9642-203F-DDFD72D1A819}"/>
              </a:ext>
            </a:extLst>
          </p:cNvPr>
          <p:cNvSpPr/>
          <p:nvPr/>
        </p:nvSpPr>
        <p:spPr>
          <a:xfrm>
            <a:off x="16599283" y="15690763"/>
            <a:ext cx="13037075" cy="46815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6" name="Graphic 15">
            <a:extLst>
              <a:ext uri="{FF2B5EF4-FFF2-40B4-BE49-F238E27FC236}">
                <a16:creationId xmlns:a16="http://schemas.microsoft.com/office/drawing/2014/main" id="{E4BCB692-4F38-9383-792A-5EE433C006A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515220" y="16560000"/>
            <a:ext cx="1533308" cy="1533308"/>
          </a:xfrm>
          <a:prstGeom prst="rect">
            <a:avLst/>
          </a:prstGeom>
        </p:spPr>
      </p:pic>
      <p:pic>
        <p:nvPicPr>
          <p:cNvPr id="20" name="Graphic 19">
            <a:extLst>
              <a:ext uri="{FF2B5EF4-FFF2-40B4-BE49-F238E27FC236}">
                <a16:creationId xmlns:a16="http://schemas.microsoft.com/office/drawing/2014/main" id="{E8AC5AE3-C4CA-250A-6B4E-DD74CC1D980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225550" y="16558091"/>
            <a:ext cx="1533308" cy="1533308"/>
          </a:xfrm>
          <a:prstGeom prst="rect">
            <a:avLst/>
          </a:prstGeom>
        </p:spPr>
      </p:pic>
      <p:pic>
        <p:nvPicPr>
          <p:cNvPr id="24" name="Graphic 23">
            <a:extLst>
              <a:ext uri="{FF2B5EF4-FFF2-40B4-BE49-F238E27FC236}">
                <a16:creationId xmlns:a16="http://schemas.microsoft.com/office/drawing/2014/main" id="{92BC3944-527A-93CF-9785-93643EACF5E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4808421" y="16573533"/>
            <a:ext cx="1533308" cy="1533308"/>
          </a:xfrm>
          <a:prstGeom prst="rect">
            <a:avLst/>
          </a:prstGeom>
        </p:spPr>
      </p:pic>
      <p:pic>
        <p:nvPicPr>
          <p:cNvPr id="26" name="Graphic 25">
            <a:extLst>
              <a:ext uri="{FF2B5EF4-FFF2-40B4-BE49-F238E27FC236}">
                <a16:creationId xmlns:a16="http://schemas.microsoft.com/office/drawing/2014/main" id="{DAC2E573-4A1F-62BB-1EE9-96B1CFD397A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7488951" y="16560000"/>
            <a:ext cx="1533308" cy="1533308"/>
          </a:xfrm>
          <a:prstGeom prst="rect">
            <a:avLst/>
          </a:prstGeom>
        </p:spPr>
      </p:pic>
      <p:sp>
        <p:nvSpPr>
          <p:cNvPr id="28" name="TextBox 27">
            <a:extLst>
              <a:ext uri="{FF2B5EF4-FFF2-40B4-BE49-F238E27FC236}">
                <a16:creationId xmlns:a16="http://schemas.microsoft.com/office/drawing/2014/main" id="{D81F0A94-AD0D-7B2A-71AE-738C4A018895}"/>
              </a:ext>
            </a:extLst>
          </p:cNvPr>
          <p:cNvSpPr txBox="1"/>
          <p:nvPr/>
        </p:nvSpPr>
        <p:spPr>
          <a:xfrm>
            <a:off x="18824066" y="18367200"/>
            <a:ext cx="3496220" cy="861774"/>
          </a:xfrm>
          <a:prstGeom prst="rect">
            <a:avLst/>
          </a:prstGeom>
          <a:noFill/>
        </p:spPr>
        <p:txBody>
          <a:bodyPr wrap="square" rtlCol="0">
            <a:spAutoFit/>
          </a:bodyPr>
          <a:lstStyle/>
          <a:p>
            <a:r>
              <a:rPr lang="en-AU" sz="5000" dirty="0">
                <a:solidFill>
                  <a:srgbClr val="265B2A"/>
                </a:solidFill>
                <a:latin typeface="Roboto" panose="02000000000000000000" pitchFamily="2" charset="0"/>
                <a:ea typeface="Roboto" panose="02000000000000000000" pitchFamily="2" charset="0"/>
                <a:cs typeface="Fira Code" panose="020B0809050000020004" pitchFamily="49" charset="0"/>
              </a:rPr>
              <a:t>metadata</a:t>
            </a:r>
          </a:p>
        </p:txBody>
      </p:sp>
      <p:sp>
        <p:nvSpPr>
          <p:cNvPr id="29" name="TextBox 28">
            <a:extLst>
              <a:ext uri="{FF2B5EF4-FFF2-40B4-BE49-F238E27FC236}">
                <a16:creationId xmlns:a16="http://schemas.microsoft.com/office/drawing/2014/main" id="{5595831C-A306-2FCB-E336-929E870D6C89}"/>
              </a:ext>
            </a:extLst>
          </p:cNvPr>
          <p:cNvSpPr txBox="1"/>
          <p:nvPr/>
        </p:nvSpPr>
        <p:spPr>
          <a:xfrm>
            <a:off x="21942418" y="18367200"/>
            <a:ext cx="2793904" cy="861774"/>
          </a:xfrm>
          <a:prstGeom prst="rect">
            <a:avLst/>
          </a:prstGeom>
          <a:noFill/>
        </p:spPr>
        <p:txBody>
          <a:bodyPr wrap="square" rtlCol="0">
            <a:spAutoFit/>
          </a:bodyPr>
          <a:lstStyle/>
          <a:p>
            <a:r>
              <a:rPr lang="en-AU" sz="5000" dirty="0">
                <a:solidFill>
                  <a:srgbClr val="265B2A"/>
                </a:solidFill>
                <a:latin typeface="Roboto" panose="02000000000000000000" pitchFamily="2" charset="0"/>
                <a:ea typeface="Roboto" panose="02000000000000000000" pitchFamily="2" charset="0"/>
                <a:cs typeface="Fira Code" panose="020B0809050000020004" pitchFamily="49" charset="0"/>
              </a:rPr>
              <a:t>archive</a:t>
            </a:r>
          </a:p>
        </p:txBody>
      </p:sp>
      <p:sp>
        <p:nvSpPr>
          <p:cNvPr id="31" name="TextBox 30">
            <a:extLst>
              <a:ext uri="{FF2B5EF4-FFF2-40B4-BE49-F238E27FC236}">
                <a16:creationId xmlns:a16="http://schemas.microsoft.com/office/drawing/2014/main" id="{FB87FA99-6383-0E23-6428-D240C326D4C1}"/>
              </a:ext>
            </a:extLst>
          </p:cNvPr>
          <p:cNvSpPr txBox="1"/>
          <p:nvPr/>
        </p:nvSpPr>
        <p:spPr>
          <a:xfrm>
            <a:off x="24485595" y="18367200"/>
            <a:ext cx="3104754" cy="861774"/>
          </a:xfrm>
          <a:prstGeom prst="rect">
            <a:avLst/>
          </a:prstGeom>
          <a:noFill/>
        </p:spPr>
        <p:txBody>
          <a:bodyPr wrap="square" rtlCol="0">
            <a:spAutoFit/>
          </a:bodyPr>
          <a:lstStyle/>
          <a:p>
            <a:r>
              <a:rPr lang="en-AU" sz="5000" dirty="0">
                <a:solidFill>
                  <a:srgbClr val="265B2A"/>
                </a:solidFill>
                <a:latin typeface="Roboto" panose="02000000000000000000" pitchFamily="2" charset="0"/>
                <a:ea typeface="Roboto" panose="02000000000000000000" pitchFamily="2" charset="0"/>
                <a:cs typeface="Fira Code" panose="020B0809050000020004" pitchFamily="49" charset="0"/>
              </a:rPr>
              <a:t>validate</a:t>
            </a:r>
          </a:p>
        </p:txBody>
      </p:sp>
      <p:sp>
        <p:nvSpPr>
          <p:cNvPr id="32" name="TextBox 31">
            <a:extLst>
              <a:ext uri="{FF2B5EF4-FFF2-40B4-BE49-F238E27FC236}">
                <a16:creationId xmlns:a16="http://schemas.microsoft.com/office/drawing/2014/main" id="{B2A3FDC3-A351-B108-85CE-906CBA4520B0}"/>
              </a:ext>
            </a:extLst>
          </p:cNvPr>
          <p:cNvSpPr txBox="1"/>
          <p:nvPr/>
        </p:nvSpPr>
        <p:spPr>
          <a:xfrm>
            <a:off x="27249970" y="18367200"/>
            <a:ext cx="3104754" cy="861774"/>
          </a:xfrm>
          <a:prstGeom prst="rect">
            <a:avLst/>
          </a:prstGeom>
          <a:noFill/>
        </p:spPr>
        <p:txBody>
          <a:bodyPr wrap="square" rtlCol="0">
            <a:spAutoFit/>
          </a:bodyPr>
          <a:lstStyle/>
          <a:p>
            <a:r>
              <a:rPr lang="en-AU" sz="5000" dirty="0">
                <a:solidFill>
                  <a:srgbClr val="265B2A"/>
                </a:solidFill>
                <a:latin typeface="Roboto" panose="02000000000000000000" pitchFamily="2" charset="0"/>
                <a:ea typeface="Roboto" panose="02000000000000000000" pitchFamily="2" charset="0"/>
                <a:cs typeface="Fira Code" panose="020B0809050000020004" pitchFamily="49" charset="0"/>
              </a:rPr>
              <a:t>submit</a:t>
            </a:r>
          </a:p>
        </p:txBody>
      </p:sp>
      <p:cxnSp>
        <p:nvCxnSpPr>
          <p:cNvPr id="48" name="Straight Connector 47">
            <a:extLst>
              <a:ext uri="{FF2B5EF4-FFF2-40B4-BE49-F238E27FC236}">
                <a16:creationId xmlns:a16="http://schemas.microsoft.com/office/drawing/2014/main" id="{D7CA6DDC-FC10-031C-4813-2F87A1A8F67E}"/>
              </a:ext>
            </a:extLst>
          </p:cNvPr>
          <p:cNvCxnSpPr>
            <a:cxnSpLocks/>
          </p:cNvCxnSpPr>
          <p:nvPr/>
        </p:nvCxnSpPr>
        <p:spPr>
          <a:xfrm>
            <a:off x="14312628" y="24036546"/>
            <a:ext cx="0" cy="7105760"/>
          </a:xfrm>
          <a:prstGeom prst="line">
            <a:avLst/>
          </a:prstGeom>
          <a:ln w="127000">
            <a:solidFill>
              <a:srgbClr val="9DD747"/>
            </a:solidFill>
          </a:ln>
        </p:spPr>
        <p:style>
          <a:lnRef idx="2">
            <a:schemeClr val="accent1"/>
          </a:lnRef>
          <a:fillRef idx="0">
            <a:schemeClr val="accent1"/>
          </a:fillRef>
          <a:effectRef idx="1">
            <a:schemeClr val="accent1"/>
          </a:effectRef>
          <a:fontRef idx="minor">
            <a:schemeClr val="tx1"/>
          </a:fontRef>
        </p:style>
      </p:cxnSp>
      <p:sp>
        <p:nvSpPr>
          <p:cNvPr id="172" name="Oval 171">
            <a:extLst>
              <a:ext uri="{FF2B5EF4-FFF2-40B4-BE49-F238E27FC236}">
                <a16:creationId xmlns:a16="http://schemas.microsoft.com/office/drawing/2014/main" id="{C93BF21F-E464-2B64-3A4F-39AB99E14932}"/>
              </a:ext>
            </a:extLst>
          </p:cNvPr>
          <p:cNvSpPr/>
          <p:nvPr/>
        </p:nvSpPr>
        <p:spPr>
          <a:xfrm rot="5400000">
            <a:off x="11316177" y="15074681"/>
            <a:ext cx="5755312" cy="5907590"/>
          </a:xfrm>
          <a:prstGeom prst="ellipse">
            <a:avLst/>
          </a:prstGeom>
          <a:solidFill>
            <a:schemeClr val="bg1"/>
          </a:solidFill>
          <a:ln w="76200">
            <a:solidFill>
              <a:srgbClr val="F3A9B3">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59E4F2AC-29EF-CF3B-BC01-400F70A35A02}"/>
              </a:ext>
            </a:extLst>
          </p:cNvPr>
          <p:cNvSpPr txBox="1"/>
          <p:nvPr/>
        </p:nvSpPr>
        <p:spPr>
          <a:xfrm>
            <a:off x="12455698" y="15684668"/>
            <a:ext cx="4084546" cy="2554545"/>
          </a:xfrm>
          <a:prstGeom prst="rect">
            <a:avLst/>
          </a:prstGeom>
          <a:noFill/>
        </p:spPr>
        <p:txBody>
          <a:bodyPr wrap="square" rtlCol="0">
            <a:spAutoFit/>
          </a:bodyPr>
          <a:lstStyle/>
          <a:p>
            <a:r>
              <a:rPr lang="en-AU" sz="8000" dirty="0">
                <a:solidFill>
                  <a:srgbClr val="223B6E"/>
                </a:solidFill>
                <a:latin typeface="Roboto" panose="02000000000000000000" pitchFamily="2" charset="0"/>
                <a:ea typeface="Roboto" panose="02000000000000000000" pitchFamily="2" charset="0"/>
                <a:cs typeface="Fira Code" panose="020B0809050000020004" pitchFamily="49" charset="0"/>
              </a:rPr>
              <a:t>The Process</a:t>
            </a:r>
          </a:p>
        </p:txBody>
      </p:sp>
      <p:sp>
        <p:nvSpPr>
          <p:cNvPr id="186" name="TextBox 185">
            <a:extLst>
              <a:ext uri="{FF2B5EF4-FFF2-40B4-BE49-F238E27FC236}">
                <a16:creationId xmlns:a16="http://schemas.microsoft.com/office/drawing/2014/main" id="{3CB01B8E-9B9E-B950-B307-7F616C2C3D00}"/>
              </a:ext>
            </a:extLst>
          </p:cNvPr>
          <p:cNvSpPr txBox="1"/>
          <p:nvPr/>
        </p:nvSpPr>
        <p:spPr>
          <a:xfrm>
            <a:off x="12455698" y="18455981"/>
            <a:ext cx="4084546" cy="1569660"/>
          </a:xfrm>
          <a:prstGeom prst="rect">
            <a:avLst/>
          </a:prstGeom>
          <a:noFill/>
        </p:spPr>
        <p:txBody>
          <a:bodyPr wrap="square" rtlCol="0">
            <a:spAutoFit/>
          </a:bodyPr>
          <a:lstStyle/>
          <a:p>
            <a:r>
              <a:rPr lang="en-AU" sz="3200" dirty="0">
                <a:solidFill>
                  <a:srgbClr val="223B6E"/>
                </a:solidFill>
                <a:latin typeface="Roboto" panose="02000000000000000000" pitchFamily="2" charset="0"/>
                <a:ea typeface="Roboto" panose="02000000000000000000" pitchFamily="2" charset="0"/>
                <a:cs typeface="Fira Code" panose="020B0809050000020004" pitchFamily="49" charset="0"/>
              </a:rPr>
              <a:t>to bundle and share biodiversity data with </a:t>
            </a:r>
            <a:r>
              <a:rPr lang="en-AU" sz="3200" dirty="0">
                <a:solidFill>
                  <a:srgbClr val="223B6E"/>
                </a:solidFill>
                <a:latin typeface="Fira Code" panose="020B0809050000020004" pitchFamily="49" charset="0"/>
                <a:ea typeface="Fira Code" panose="020B0809050000020004" pitchFamily="49" charset="0"/>
                <a:cs typeface="Fira Code" panose="020B0809050000020004" pitchFamily="49" charset="0"/>
              </a:rPr>
              <a:t>galaxias</a:t>
            </a:r>
          </a:p>
        </p:txBody>
      </p:sp>
      <p:pic>
        <p:nvPicPr>
          <p:cNvPr id="22" name="Graphic 21">
            <a:extLst>
              <a:ext uri="{FF2B5EF4-FFF2-40B4-BE49-F238E27FC236}">
                <a16:creationId xmlns:a16="http://schemas.microsoft.com/office/drawing/2014/main" id="{179AD494-FB9E-02B0-33FA-CF00672C404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904616" y="16558091"/>
            <a:ext cx="1533308" cy="1533308"/>
          </a:xfrm>
          <a:prstGeom prst="rect">
            <a:avLst/>
          </a:prstGeom>
        </p:spPr>
      </p:pic>
      <p:sp>
        <p:nvSpPr>
          <p:cNvPr id="27" name="TextBox 26">
            <a:extLst>
              <a:ext uri="{FF2B5EF4-FFF2-40B4-BE49-F238E27FC236}">
                <a16:creationId xmlns:a16="http://schemas.microsoft.com/office/drawing/2014/main" id="{5405413E-2C97-CFEA-C178-B0945FBC1EC7}"/>
              </a:ext>
            </a:extLst>
          </p:cNvPr>
          <p:cNvSpPr txBox="1"/>
          <p:nvPr/>
        </p:nvSpPr>
        <p:spPr>
          <a:xfrm>
            <a:off x="16948436" y="18368408"/>
            <a:ext cx="1846592" cy="861774"/>
          </a:xfrm>
          <a:prstGeom prst="rect">
            <a:avLst/>
          </a:prstGeom>
          <a:noFill/>
        </p:spPr>
        <p:txBody>
          <a:bodyPr wrap="square" rtlCol="0">
            <a:spAutoFit/>
          </a:bodyPr>
          <a:lstStyle/>
          <a:p>
            <a:r>
              <a:rPr lang="en-AU" sz="5000" dirty="0">
                <a:solidFill>
                  <a:srgbClr val="265B2A"/>
                </a:solidFill>
                <a:latin typeface="Roboto" panose="02000000000000000000" pitchFamily="2" charset="0"/>
                <a:ea typeface="Roboto" panose="02000000000000000000" pitchFamily="2" charset="0"/>
                <a:cs typeface="Fira Code" panose="020B0809050000020004" pitchFamily="49" charset="0"/>
              </a:rPr>
              <a:t>data</a:t>
            </a:r>
          </a:p>
        </p:txBody>
      </p:sp>
      <p:sp>
        <p:nvSpPr>
          <p:cNvPr id="37" name="Oval 36">
            <a:extLst>
              <a:ext uri="{FF2B5EF4-FFF2-40B4-BE49-F238E27FC236}">
                <a16:creationId xmlns:a16="http://schemas.microsoft.com/office/drawing/2014/main" id="{090EE926-6DC5-B0B4-8C26-E21296E45DE6}"/>
              </a:ext>
            </a:extLst>
          </p:cNvPr>
          <p:cNvSpPr/>
          <p:nvPr/>
        </p:nvSpPr>
        <p:spPr>
          <a:xfrm rot="5400000">
            <a:off x="4787365" y="14161019"/>
            <a:ext cx="7470030" cy="7667682"/>
          </a:xfrm>
          <a:prstGeom prst="ellipse">
            <a:avLst/>
          </a:prstGeom>
          <a:solidFill>
            <a:srgbClr val="5D9F3D">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9DD747"/>
              </a:solidFill>
            </a:endParaRPr>
          </a:p>
        </p:txBody>
      </p:sp>
      <p:sp>
        <p:nvSpPr>
          <p:cNvPr id="199" name="Rectangle 198">
            <a:extLst>
              <a:ext uri="{FF2B5EF4-FFF2-40B4-BE49-F238E27FC236}">
                <a16:creationId xmlns:a16="http://schemas.microsoft.com/office/drawing/2014/main" id="{B33004F4-039E-8D0B-3529-C8DC3E97AE7E}"/>
              </a:ext>
            </a:extLst>
          </p:cNvPr>
          <p:cNvSpPr/>
          <p:nvPr/>
        </p:nvSpPr>
        <p:spPr>
          <a:xfrm>
            <a:off x="-1749172" y="14257020"/>
            <a:ext cx="9923998" cy="7475220"/>
          </a:xfrm>
          <a:prstGeom prst="rect">
            <a:avLst/>
          </a:prstGeom>
          <a:solidFill>
            <a:srgbClr val="265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9DD747"/>
              </a:solidFill>
            </a:endParaRPr>
          </a:p>
        </p:txBody>
      </p:sp>
      <p:sp>
        <p:nvSpPr>
          <p:cNvPr id="198" name="Oval 197">
            <a:extLst>
              <a:ext uri="{FF2B5EF4-FFF2-40B4-BE49-F238E27FC236}">
                <a16:creationId xmlns:a16="http://schemas.microsoft.com/office/drawing/2014/main" id="{F261EA40-4DAD-2F68-A851-248BB50FBF98}"/>
              </a:ext>
            </a:extLst>
          </p:cNvPr>
          <p:cNvSpPr/>
          <p:nvPr/>
        </p:nvSpPr>
        <p:spPr>
          <a:xfrm rot="5400000">
            <a:off x="4346352" y="14160995"/>
            <a:ext cx="7471813" cy="7669512"/>
          </a:xfrm>
          <a:prstGeom prst="ellipse">
            <a:avLst/>
          </a:prstGeom>
          <a:solidFill>
            <a:srgbClr val="265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9DD747"/>
              </a:solidFill>
            </a:endParaRPr>
          </a:p>
        </p:txBody>
      </p:sp>
      <p:pic>
        <p:nvPicPr>
          <p:cNvPr id="195" name="Graphic 194">
            <a:extLst>
              <a:ext uri="{FF2B5EF4-FFF2-40B4-BE49-F238E27FC236}">
                <a16:creationId xmlns:a16="http://schemas.microsoft.com/office/drawing/2014/main" id="{3FD3ADC8-E52F-8FF8-F486-142DE9BBFA8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37710" y="17316350"/>
            <a:ext cx="1533308" cy="1533308"/>
          </a:xfrm>
          <a:prstGeom prst="rect">
            <a:avLst/>
          </a:prstGeom>
        </p:spPr>
      </p:pic>
      <p:pic>
        <p:nvPicPr>
          <p:cNvPr id="196" name="Graphic 195">
            <a:extLst>
              <a:ext uri="{FF2B5EF4-FFF2-40B4-BE49-F238E27FC236}">
                <a16:creationId xmlns:a16="http://schemas.microsoft.com/office/drawing/2014/main" id="{F1A4C652-109D-DFCF-97B6-63BFA7F7191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15508" y="15617307"/>
            <a:ext cx="1533308" cy="1533308"/>
          </a:xfrm>
          <a:prstGeom prst="rect">
            <a:avLst/>
          </a:prstGeom>
        </p:spPr>
      </p:pic>
      <p:pic>
        <p:nvPicPr>
          <p:cNvPr id="201" name="Graphic 200">
            <a:extLst>
              <a:ext uri="{FF2B5EF4-FFF2-40B4-BE49-F238E27FC236}">
                <a16:creationId xmlns:a16="http://schemas.microsoft.com/office/drawing/2014/main" id="{7E010C25-94E9-07F6-E1DC-4571722D9CCB}"/>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39382" y="19130665"/>
            <a:ext cx="1533600" cy="1533600"/>
          </a:xfrm>
          <a:prstGeom prst="rect">
            <a:avLst/>
          </a:prstGeom>
        </p:spPr>
      </p:pic>
      <p:pic>
        <p:nvPicPr>
          <p:cNvPr id="204" name="Graphic 203">
            <a:extLst>
              <a:ext uri="{FF2B5EF4-FFF2-40B4-BE49-F238E27FC236}">
                <a16:creationId xmlns:a16="http://schemas.microsoft.com/office/drawing/2014/main" id="{07F72DEA-4E61-44C3-5ACE-4B3126F5CD1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408251" y="16240697"/>
            <a:ext cx="2808890" cy="2808890"/>
          </a:xfrm>
          <a:prstGeom prst="rect">
            <a:avLst/>
          </a:prstGeom>
        </p:spPr>
      </p:pic>
      <p:sp>
        <p:nvSpPr>
          <p:cNvPr id="205" name="TextBox 204">
            <a:extLst>
              <a:ext uri="{FF2B5EF4-FFF2-40B4-BE49-F238E27FC236}">
                <a16:creationId xmlns:a16="http://schemas.microsoft.com/office/drawing/2014/main" id="{F9D395AB-803D-1421-E89F-AB25FA791DE5}"/>
              </a:ext>
            </a:extLst>
          </p:cNvPr>
          <p:cNvSpPr txBox="1"/>
          <p:nvPr/>
        </p:nvSpPr>
        <p:spPr>
          <a:xfrm>
            <a:off x="2344089" y="16183805"/>
            <a:ext cx="1846592" cy="707886"/>
          </a:xfrm>
          <a:prstGeom prst="rect">
            <a:avLst/>
          </a:prstGeom>
          <a:noFill/>
        </p:spPr>
        <p:txBody>
          <a:bodyPr wrap="square" rtlCol="0">
            <a:spAutoFit/>
          </a:bodyPr>
          <a:lstStyle/>
          <a:p>
            <a:r>
              <a:rPr lang="en-AU" sz="4000" dirty="0">
                <a:solidFill>
                  <a:schemeClr val="bg1">
                    <a:lumMod val="95000"/>
                  </a:schemeClr>
                </a:solidFill>
                <a:latin typeface="Roboto" panose="02000000000000000000" pitchFamily="2" charset="0"/>
                <a:ea typeface="Roboto" panose="02000000000000000000" pitchFamily="2" charset="0"/>
                <a:cs typeface="Fira Code" panose="020B0809050000020004" pitchFamily="49" charset="0"/>
              </a:rPr>
              <a:t>data</a:t>
            </a:r>
          </a:p>
        </p:txBody>
      </p:sp>
      <p:sp>
        <p:nvSpPr>
          <p:cNvPr id="206" name="TextBox 205">
            <a:extLst>
              <a:ext uri="{FF2B5EF4-FFF2-40B4-BE49-F238E27FC236}">
                <a16:creationId xmlns:a16="http://schemas.microsoft.com/office/drawing/2014/main" id="{01A26955-F4BC-5413-2A7D-571BDFAAE9C7}"/>
              </a:ext>
            </a:extLst>
          </p:cNvPr>
          <p:cNvSpPr txBox="1"/>
          <p:nvPr/>
        </p:nvSpPr>
        <p:spPr>
          <a:xfrm>
            <a:off x="2325011" y="17805750"/>
            <a:ext cx="2458145" cy="707886"/>
          </a:xfrm>
          <a:prstGeom prst="rect">
            <a:avLst/>
          </a:prstGeom>
          <a:noFill/>
        </p:spPr>
        <p:txBody>
          <a:bodyPr wrap="square" rtlCol="0">
            <a:spAutoFit/>
          </a:bodyPr>
          <a:lstStyle/>
          <a:p>
            <a:r>
              <a:rPr lang="en-AU" sz="4000" dirty="0">
                <a:solidFill>
                  <a:schemeClr val="bg1">
                    <a:lumMod val="95000"/>
                  </a:schemeClr>
                </a:solidFill>
                <a:latin typeface="Roboto" panose="02000000000000000000" pitchFamily="2" charset="0"/>
                <a:ea typeface="Roboto" panose="02000000000000000000" pitchFamily="2" charset="0"/>
                <a:cs typeface="Fira Code" panose="020B0809050000020004" pitchFamily="49" charset="0"/>
              </a:rPr>
              <a:t>metadata</a:t>
            </a:r>
          </a:p>
        </p:txBody>
      </p:sp>
      <p:sp>
        <p:nvSpPr>
          <p:cNvPr id="207" name="TextBox 206">
            <a:extLst>
              <a:ext uri="{FF2B5EF4-FFF2-40B4-BE49-F238E27FC236}">
                <a16:creationId xmlns:a16="http://schemas.microsoft.com/office/drawing/2014/main" id="{FC5458E3-6582-B140-D0DF-1B494EC92227}"/>
              </a:ext>
            </a:extLst>
          </p:cNvPr>
          <p:cNvSpPr txBox="1"/>
          <p:nvPr/>
        </p:nvSpPr>
        <p:spPr>
          <a:xfrm>
            <a:off x="2349669" y="19567458"/>
            <a:ext cx="2458145" cy="707886"/>
          </a:xfrm>
          <a:prstGeom prst="rect">
            <a:avLst/>
          </a:prstGeom>
          <a:noFill/>
        </p:spPr>
        <p:txBody>
          <a:bodyPr wrap="square" rtlCol="0">
            <a:spAutoFit/>
          </a:bodyPr>
          <a:lstStyle/>
          <a:p>
            <a:r>
              <a:rPr lang="en-AU" sz="4000" dirty="0">
                <a:solidFill>
                  <a:schemeClr val="bg1">
                    <a:lumMod val="95000"/>
                  </a:schemeClr>
                </a:solidFill>
                <a:latin typeface="Roboto" panose="02000000000000000000" pitchFamily="2" charset="0"/>
                <a:ea typeface="Roboto" panose="02000000000000000000" pitchFamily="2" charset="0"/>
                <a:cs typeface="Fira Code" panose="020B0809050000020004" pitchFamily="49" charset="0"/>
              </a:rPr>
              <a:t>schema</a:t>
            </a:r>
          </a:p>
        </p:txBody>
      </p:sp>
      <p:sp>
        <p:nvSpPr>
          <p:cNvPr id="208" name="TextBox 207">
            <a:extLst>
              <a:ext uri="{FF2B5EF4-FFF2-40B4-BE49-F238E27FC236}">
                <a16:creationId xmlns:a16="http://schemas.microsoft.com/office/drawing/2014/main" id="{29653B75-03E7-CFBC-89AC-9ECF8B3F25FF}"/>
              </a:ext>
            </a:extLst>
          </p:cNvPr>
          <p:cNvSpPr txBox="1"/>
          <p:nvPr/>
        </p:nvSpPr>
        <p:spPr>
          <a:xfrm>
            <a:off x="8333854" y="18919758"/>
            <a:ext cx="3035687" cy="1323439"/>
          </a:xfrm>
          <a:prstGeom prst="rect">
            <a:avLst/>
          </a:prstGeom>
          <a:noFill/>
        </p:spPr>
        <p:txBody>
          <a:bodyPr wrap="square" rtlCol="0">
            <a:spAutoFit/>
          </a:bodyPr>
          <a:lstStyle/>
          <a:p>
            <a:pPr algn="ctr"/>
            <a:r>
              <a:rPr lang="en-AU" sz="4000" dirty="0">
                <a:solidFill>
                  <a:schemeClr val="bg1">
                    <a:lumMod val="95000"/>
                  </a:schemeClr>
                </a:solidFill>
                <a:latin typeface="Roboto" panose="02000000000000000000" pitchFamily="2" charset="0"/>
                <a:ea typeface="Roboto" panose="02000000000000000000" pitchFamily="2" charset="0"/>
                <a:cs typeface="Fira Code" panose="020B0809050000020004" pitchFamily="49" charset="0"/>
              </a:rPr>
              <a:t>Darwin Core Archive</a:t>
            </a:r>
          </a:p>
        </p:txBody>
      </p:sp>
      <p:sp>
        <p:nvSpPr>
          <p:cNvPr id="209" name="TextBox 208">
            <a:extLst>
              <a:ext uri="{FF2B5EF4-FFF2-40B4-BE49-F238E27FC236}">
                <a16:creationId xmlns:a16="http://schemas.microsoft.com/office/drawing/2014/main" id="{F26FC029-B362-154B-05B3-77E60A774B09}"/>
              </a:ext>
            </a:extLst>
          </p:cNvPr>
          <p:cNvSpPr txBox="1"/>
          <p:nvPr/>
        </p:nvSpPr>
        <p:spPr>
          <a:xfrm>
            <a:off x="3467661" y="16365957"/>
            <a:ext cx="5089166" cy="400110"/>
          </a:xfrm>
          <a:prstGeom prst="rect">
            <a:avLst/>
          </a:prstGeom>
          <a:noFill/>
        </p:spPr>
        <p:txBody>
          <a:bodyPr wrap="square" rtlCol="0">
            <a:spAutoFit/>
          </a:bodyPr>
          <a:lstStyle/>
          <a:p>
            <a:r>
              <a:rPr lang="en-AU" sz="2000" dirty="0">
                <a:solidFill>
                  <a:srgbClr val="E2FBFF"/>
                </a:solidFill>
                <a:latin typeface="Fira Code" panose="020B0809050000020004" pitchFamily="49" charset="0"/>
                <a:ea typeface="Fira Code" panose="020B0809050000020004" pitchFamily="49" charset="0"/>
                <a:cs typeface="Fira Code" panose="020B0809050000020004" pitchFamily="49" charset="0"/>
              </a:rPr>
              <a:t>(csv format)</a:t>
            </a:r>
          </a:p>
        </p:txBody>
      </p:sp>
      <p:sp>
        <p:nvSpPr>
          <p:cNvPr id="210" name="TextBox 209">
            <a:extLst>
              <a:ext uri="{FF2B5EF4-FFF2-40B4-BE49-F238E27FC236}">
                <a16:creationId xmlns:a16="http://schemas.microsoft.com/office/drawing/2014/main" id="{CBD55C78-E0B0-DFCD-E6B3-D143B49A543F}"/>
              </a:ext>
            </a:extLst>
          </p:cNvPr>
          <p:cNvSpPr txBox="1"/>
          <p:nvPr/>
        </p:nvSpPr>
        <p:spPr>
          <a:xfrm>
            <a:off x="4626397" y="18032832"/>
            <a:ext cx="5089166" cy="400110"/>
          </a:xfrm>
          <a:prstGeom prst="rect">
            <a:avLst/>
          </a:prstGeom>
          <a:noFill/>
        </p:spPr>
        <p:txBody>
          <a:bodyPr wrap="square" rtlCol="0">
            <a:spAutoFit/>
          </a:bodyPr>
          <a:lstStyle/>
          <a:p>
            <a:r>
              <a:rPr lang="en-AU" sz="2000" dirty="0">
                <a:solidFill>
                  <a:srgbClr val="E2FBFF"/>
                </a:solidFill>
                <a:latin typeface="Fira Code" panose="020B0809050000020004" pitchFamily="49" charset="0"/>
                <a:ea typeface="Fira Code" panose="020B0809050000020004" pitchFamily="49" charset="0"/>
                <a:cs typeface="Fira Code" panose="020B0809050000020004" pitchFamily="49" charset="0"/>
              </a:rPr>
              <a:t>(</a:t>
            </a:r>
            <a:r>
              <a:rPr lang="en-AU" sz="2000" dirty="0" err="1">
                <a:solidFill>
                  <a:srgbClr val="E2FBFF"/>
                </a:solidFill>
                <a:latin typeface="Fira Code" panose="020B0809050000020004" pitchFamily="49" charset="0"/>
                <a:ea typeface="Fira Code" panose="020B0809050000020004" pitchFamily="49" charset="0"/>
                <a:cs typeface="Fira Code" panose="020B0809050000020004" pitchFamily="49" charset="0"/>
              </a:rPr>
              <a:t>eml</a:t>
            </a:r>
            <a:r>
              <a:rPr lang="en-AU" sz="2000" dirty="0">
                <a:solidFill>
                  <a:srgbClr val="E2FBFF"/>
                </a:solidFill>
                <a:latin typeface="Fira Code" panose="020B0809050000020004" pitchFamily="49" charset="0"/>
                <a:ea typeface="Fira Code" panose="020B0809050000020004" pitchFamily="49" charset="0"/>
                <a:cs typeface="Fira Code" panose="020B0809050000020004" pitchFamily="49" charset="0"/>
              </a:rPr>
              <a:t> format)</a:t>
            </a:r>
          </a:p>
        </p:txBody>
      </p:sp>
      <p:sp>
        <p:nvSpPr>
          <p:cNvPr id="211" name="TextBox 210">
            <a:extLst>
              <a:ext uri="{FF2B5EF4-FFF2-40B4-BE49-F238E27FC236}">
                <a16:creationId xmlns:a16="http://schemas.microsoft.com/office/drawing/2014/main" id="{1C76162E-20D2-8CE3-8B17-BB9337F09802}"/>
              </a:ext>
            </a:extLst>
          </p:cNvPr>
          <p:cNvSpPr txBox="1"/>
          <p:nvPr/>
        </p:nvSpPr>
        <p:spPr>
          <a:xfrm>
            <a:off x="4331122" y="19785432"/>
            <a:ext cx="5089166" cy="400110"/>
          </a:xfrm>
          <a:prstGeom prst="rect">
            <a:avLst/>
          </a:prstGeom>
          <a:noFill/>
        </p:spPr>
        <p:txBody>
          <a:bodyPr wrap="square" rtlCol="0">
            <a:spAutoFit/>
          </a:bodyPr>
          <a:lstStyle/>
          <a:p>
            <a:r>
              <a:rPr lang="en-AU" sz="2000" dirty="0">
                <a:solidFill>
                  <a:srgbClr val="E2FBFF"/>
                </a:solidFill>
                <a:latin typeface="Fira Code" panose="020B0809050000020004" pitchFamily="49" charset="0"/>
                <a:ea typeface="Fira Code" panose="020B0809050000020004" pitchFamily="49" charset="0"/>
                <a:cs typeface="Fira Code" panose="020B0809050000020004" pitchFamily="49" charset="0"/>
              </a:rPr>
              <a:t>(xml format)</a:t>
            </a:r>
          </a:p>
        </p:txBody>
      </p:sp>
      <p:sp>
        <p:nvSpPr>
          <p:cNvPr id="212" name="TextBox 211">
            <a:extLst>
              <a:ext uri="{FF2B5EF4-FFF2-40B4-BE49-F238E27FC236}">
                <a16:creationId xmlns:a16="http://schemas.microsoft.com/office/drawing/2014/main" id="{770F2844-BC74-E8A4-E364-1B80AD113368}"/>
              </a:ext>
            </a:extLst>
          </p:cNvPr>
          <p:cNvSpPr txBox="1"/>
          <p:nvPr/>
        </p:nvSpPr>
        <p:spPr>
          <a:xfrm>
            <a:off x="704902" y="20852232"/>
            <a:ext cx="9480526" cy="707886"/>
          </a:xfrm>
          <a:prstGeom prst="rect">
            <a:avLst/>
          </a:prstGeom>
          <a:noFill/>
        </p:spPr>
        <p:txBody>
          <a:bodyPr wrap="square" rtlCol="0">
            <a:spAutoFit/>
          </a:bodyPr>
          <a:lstStyle/>
          <a:p>
            <a:r>
              <a:rPr lang="en-AU" sz="2000" dirty="0">
                <a:solidFill>
                  <a:srgbClr val="E2FBFF"/>
                </a:solidFill>
                <a:latin typeface="Fira Code" panose="020B0809050000020004" pitchFamily="49" charset="0"/>
                <a:ea typeface="Fira Code" panose="020B0809050000020004" pitchFamily="49" charset="0"/>
                <a:cs typeface="Fira Code" panose="020B0809050000020004" pitchFamily="49" charset="0"/>
              </a:rPr>
              <a:t>These formats are easy for machines to ingest, but difficult for a user to make</a:t>
            </a:r>
          </a:p>
        </p:txBody>
      </p:sp>
      <p:cxnSp>
        <p:nvCxnSpPr>
          <p:cNvPr id="230" name="Straight Connector 229">
            <a:extLst>
              <a:ext uri="{FF2B5EF4-FFF2-40B4-BE49-F238E27FC236}">
                <a16:creationId xmlns:a16="http://schemas.microsoft.com/office/drawing/2014/main" id="{F780A4FD-6E5E-F512-1F39-4EE4B2C1370E}"/>
              </a:ext>
            </a:extLst>
          </p:cNvPr>
          <p:cNvCxnSpPr>
            <a:cxnSpLocks/>
          </p:cNvCxnSpPr>
          <p:nvPr/>
        </p:nvCxnSpPr>
        <p:spPr>
          <a:xfrm>
            <a:off x="6871256" y="16078200"/>
            <a:ext cx="0" cy="4305300"/>
          </a:xfrm>
          <a:prstGeom prst="line">
            <a:avLst/>
          </a:prstGeom>
          <a:ln w="6350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232" name="Straight Arrow Connector 231">
            <a:extLst>
              <a:ext uri="{FF2B5EF4-FFF2-40B4-BE49-F238E27FC236}">
                <a16:creationId xmlns:a16="http://schemas.microsoft.com/office/drawing/2014/main" id="{946A5023-9B15-8D32-09AE-1A1DF5AF13B7}"/>
              </a:ext>
            </a:extLst>
          </p:cNvPr>
          <p:cNvCxnSpPr>
            <a:cxnSpLocks/>
          </p:cNvCxnSpPr>
          <p:nvPr/>
        </p:nvCxnSpPr>
        <p:spPr>
          <a:xfrm>
            <a:off x="6871256" y="17983200"/>
            <a:ext cx="1219200" cy="0"/>
          </a:xfrm>
          <a:prstGeom prst="straightConnector1">
            <a:avLst/>
          </a:prstGeom>
          <a:ln w="139700">
            <a:solidFill>
              <a:schemeClr val="bg1">
                <a:lumMod val="95000"/>
              </a:schemeClr>
            </a:solidFill>
            <a:tailEnd type="triangle" w="lg" len="med"/>
          </a:ln>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599ABB08-799A-9420-BEEF-6403C0430090}"/>
              </a:ext>
            </a:extLst>
          </p:cNvPr>
          <p:cNvCxnSpPr>
            <a:cxnSpLocks/>
          </p:cNvCxnSpPr>
          <p:nvPr/>
        </p:nvCxnSpPr>
        <p:spPr>
          <a:xfrm>
            <a:off x="6523594" y="16056769"/>
            <a:ext cx="381000" cy="0"/>
          </a:xfrm>
          <a:prstGeom prst="line">
            <a:avLst/>
          </a:prstGeom>
          <a:ln w="6350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0155823-1327-9221-794D-3737EF751317}"/>
              </a:ext>
            </a:extLst>
          </p:cNvPr>
          <p:cNvCxnSpPr>
            <a:cxnSpLocks/>
          </p:cNvCxnSpPr>
          <p:nvPr/>
        </p:nvCxnSpPr>
        <p:spPr>
          <a:xfrm>
            <a:off x="6523594" y="20383500"/>
            <a:ext cx="381000" cy="0"/>
          </a:xfrm>
          <a:prstGeom prst="line">
            <a:avLst/>
          </a:prstGeom>
          <a:ln w="6350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194" name="TextBox 193">
            <a:extLst>
              <a:ext uri="{FF2B5EF4-FFF2-40B4-BE49-F238E27FC236}">
                <a16:creationId xmlns:a16="http://schemas.microsoft.com/office/drawing/2014/main" id="{023AD4B6-1996-38AD-7E82-01BBF6B6C533}"/>
              </a:ext>
            </a:extLst>
          </p:cNvPr>
          <p:cNvSpPr txBox="1"/>
          <p:nvPr/>
        </p:nvSpPr>
        <p:spPr>
          <a:xfrm>
            <a:off x="603432" y="14540330"/>
            <a:ext cx="9112131" cy="830997"/>
          </a:xfrm>
          <a:prstGeom prst="rect">
            <a:avLst/>
          </a:prstGeom>
          <a:noFill/>
        </p:spPr>
        <p:txBody>
          <a:bodyPr wrap="square" rtlCol="0">
            <a:spAutoFit/>
          </a:bodyPr>
          <a:lstStyle/>
          <a:p>
            <a:r>
              <a:rPr lang="en-AU" sz="4800" b="1" dirty="0">
                <a:solidFill>
                  <a:schemeClr val="bg1"/>
                </a:solidFill>
                <a:latin typeface="Roboto" panose="02000000000000000000" pitchFamily="2" charset="0"/>
                <a:ea typeface="Roboto" panose="02000000000000000000" pitchFamily="2" charset="0"/>
                <a:cs typeface="Fira Code" panose="020B0809050000020004" pitchFamily="49" charset="0"/>
              </a:rPr>
              <a:t>What’s a Darwin Core Archive?</a:t>
            </a:r>
          </a:p>
        </p:txBody>
      </p:sp>
      <p:sp>
        <p:nvSpPr>
          <p:cNvPr id="177" name="TextBox 176">
            <a:extLst>
              <a:ext uri="{FF2B5EF4-FFF2-40B4-BE49-F238E27FC236}">
                <a16:creationId xmlns:a16="http://schemas.microsoft.com/office/drawing/2014/main" id="{A31743AF-63C1-A8E1-C4E6-5DA2A2D2DED8}"/>
              </a:ext>
            </a:extLst>
          </p:cNvPr>
          <p:cNvSpPr txBox="1"/>
          <p:nvPr/>
        </p:nvSpPr>
        <p:spPr>
          <a:xfrm>
            <a:off x="2707423" y="38201715"/>
            <a:ext cx="3853690" cy="2123658"/>
          </a:xfrm>
          <a:prstGeom prst="rect">
            <a:avLst/>
          </a:prstGeom>
          <a:noFill/>
        </p:spPr>
        <p:txBody>
          <a:bodyPr wrap="square" rtlCol="0">
            <a:spAutoFit/>
          </a:bodyPr>
          <a:lstStyle/>
          <a:p>
            <a:r>
              <a:rPr lang="en-AU" sz="6600" b="1" dirty="0">
                <a:solidFill>
                  <a:srgbClr val="223B6E"/>
                </a:solidFill>
                <a:latin typeface="Roboto" panose="02000000000000000000" pitchFamily="2" charset="0"/>
                <a:ea typeface="Roboto" panose="02000000000000000000" pitchFamily="2" charset="0"/>
                <a:cs typeface="Fira Code" panose="020B0809050000020004" pitchFamily="49" charset="0"/>
              </a:rPr>
              <a:t>Intro video</a:t>
            </a:r>
          </a:p>
        </p:txBody>
      </p:sp>
      <p:sp>
        <p:nvSpPr>
          <p:cNvPr id="180" name="TextBox 179">
            <a:extLst>
              <a:ext uri="{FF2B5EF4-FFF2-40B4-BE49-F238E27FC236}">
                <a16:creationId xmlns:a16="http://schemas.microsoft.com/office/drawing/2014/main" id="{4B6C25CD-9204-5A2F-E29D-6C15A9EBC148}"/>
              </a:ext>
            </a:extLst>
          </p:cNvPr>
          <p:cNvSpPr txBox="1"/>
          <p:nvPr/>
        </p:nvSpPr>
        <p:spPr>
          <a:xfrm>
            <a:off x="2707423" y="32141089"/>
            <a:ext cx="5112926" cy="2123658"/>
          </a:xfrm>
          <a:prstGeom prst="rect">
            <a:avLst/>
          </a:prstGeom>
          <a:noFill/>
        </p:spPr>
        <p:txBody>
          <a:bodyPr wrap="square" rtlCol="0">
            <a:spAutoFit/>
          </a:bodyPr>
          <a:lstStyle/>
          <a:p>
            <a:r>
              <a:rPr lang="en-AU" sz="6600" b="1" dirty="0">
                <a:solidFill>
                  <a:srgbClr val="223B6E"/>
                </a:solidFill>
                <a:latin typeface="Roboto" panose="02000000000000000000" pitchFamily="2" charset="0"/>
                <a:ea typeface="Roboto" panose="02000000000000000000" pitchFamily="2" charset="0"/>
                <a:cs typeface="Fira Code" panose="020B0809050000020004" pitchFamily="49" charset="0"/>
              </a:rPr>
              <a:t>ALA </a:t>
            </a:r>
          </a:p>
          <a:p>
            <a:r>
              <a:rPr lang="en-AU" sz="6600" b="1" dirty="0">
                <a:solidFill>
                  <a:srgbClr val="223B6E"/>
                </a:solidFill>
                <a:latin typeface="Roboto" panose="02000000000000000000" pitchFamily="2" charset="0"/>
                <a:ea typeface="Roboto" panose="02000000000000000000" pitchFamily="2" charset="0"/>
                <a:cs typeface="Fira Code" panose="020B0809050000020004" pitchFamily="49" charset="0"/>
              </a:rPr>
              <a:t>blog post</a:t>
            </a:r>
          </a:p>
        </p:txBody>
      </p:sp>
      <p:sp>
        <p:nvSpPr>
          <p:cNvPr id="3" name="TextBox 2">
            <a:extLst>
              <a:ext uri="{FF2B5EF4-FFF2-40B4-BE49-F238E27FC236}">
                <a16:creationId xmlns:a16="http://schemas.microsoft.com/office/drawing/2014/main" id="{22CB1AB3-A268-4DEA-A231-691703C60A80}"/>
              </a:ext>
            </a:extLst>
          </p:cNvPr>
          <p:cNvSpPr txBox="1"/>
          <p:nvPr/>
        </p:nvSpPr>
        <p:spPr>
          <a:xfrm>
            <a:off x="2707423" y="24471568"/>
            <a:ext cx="6136720" cy="2123658"/>
          </a:xfrm>
          <a:prstGeom prst="rect">
            <a:avLst/>
          </a:prstGeom>
          <a:noFill/>
        </p:spPr>
        <p:txBody>
          <a:bodyPr wrap="square" rtlCol="0">
            <a:spAutoFit/>
          </a:bodyPr>
          <a:lstStyle/>
          <a:p>
            <a:r>
              <a:rPr lang="en-AU" sz="6600" dirty="0">
                <a:solidFill>
                  <a:srgbClr val="223B6E"/>
                </a:solidFill>
                <a:latin typeface="Fira Code" panose="020B0809050000020004" pitchFamily="49" charset="0"/>
                <a:ea typeface="Fira Code" panose="020B0809050000020004" pitchFamily="49" charset="0"/>
                <a:cs typeface="Fira Code" panose="020B0809050000020004" pitchFamily="49" charset="0"/>
              </a:rPr>
              <a:t>galaxias </a:t>
            </a:r>
          </a:p>
          <a:p>
            <a:r>
              <a:rPr lang="en-AU" sz="6600" b="1" dirty="0">
                <a:solidFill>
                  <a:srgbClr val="223B6E"/>
                </a:solidFill>
                <a:latin typeface="Roboto" panose="02000000000000000000" pitchFamily="2" charset="0"/>
                <a:ea typeface="Roboto" panose="02000000000000000000" pitchFamily="2" charset="0"/>
                <a:cs typeface="Fira Code" panose="020B0809050000020004" pitchFamily="49" charset="0"/>
              </a:rPr>
              <a:t>website</a:t>
            </a:r>
          </a:p>
        </p:txBody>
      </p:sp>
      <p:sp>
        <p:nvSpPr>
          <p:cNvPr id="178" name="TextBox 177">
            <a:extLst>
              <a:ext uri="{FF2B5EF4-FFF2-40B4-BE49-F238E27FC236}">
                <a16:creationId xmlns:a16="http://schemas.microsoft.com/office/drawing/2014/main" id="{65BDB9A4-D673-51F2-00F8-44172FDB3C11}"/>
              </a:ext>
            </a:extLst>
          </p:cNvPr>
          <p:cNvSpPr txBox="1"/>
          <p:nvPr/>
        </p:nvSpPr>
        <p:spPr>
          <a:xfrm rot="16200000">
            <a:off x="-3828372" y="32491842"/>
            <a:ext cx="9980617" cy="923330"/>
          </a:xfrm>
          <a:prstGeom prst="rect">
            <a:avLst/>
          </a:prstGeom>
          <a:noFill/>
        </p:spPr>
        <p:txBody>
          <a:bodyPr wrap="none" rtlCol="0">
            <a:spAutoFit/>
          </a:bodyPr>
          <a:lstStyle/>
          <a:p>
            <a:r>
              <a:rPr lang="en-AU" sz="5400" dirty="0">
                <a:solidFill>
                  <a:schemeClr val="bg1"/>
                </a:solidFill>
                <a:latin typeface="Roboto" panose="02000000000000000000" pitchFamily="2" charset="0"/>
                <a:ea typeface="Roboto" panose="02000000000000000000" pitchFamily="2" charset="0"/>
              </a:rPr>
              <a:t>Scan QR code to go to webpage</a:t>
            </a:r>
            <a:endParaRPr lang="en-AU" sz="1600" dirty="0">
              <a:solidFill>
                <a:schemeClr val="bg1"/>
              </a:solidFill>
              <a:latin typeface="Roboto" panose="02000000000000000000" pitchFamily="2" charset="0"/>
              <a:ea typeface="Roboto" panose="02000000000000000000" pitchFamily="2" charset="0"/>
            </a:endParaRPr>
          </a:p>
        </p:txBody>
      </p:sp>
      <p:pic>
        <p:nvPicPr>
          <p:cNvPr id="189" name="Picture 188" descr="A qr code on a white background&#10;&#10;AI-generated content may be incorrect.">
            <a:extLst>
              <a:ext uri="{FF2B5EF4-FFF2-40B4-BE49-F238E27FC236}">
                <a16:creationId xmlns:a16="http://schemas.microsoft.com/office/drawing/2014/main" id="{FD324B9C-3AB9-E10F-9B3F-B8E39FC52806}"/>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8274307" y="32057253"/>
            <a:ext cx="2246400" cy="2246400"/>
          </a:xfrm>
          <a:prstGeom prst="rect">
            <a:avLst/>
          </a:prstGeom>
        </p:spPr>
      </p:pic>
      <p:pic>
        <p:nvPicPr>
          <p:cNvPr id="193" name="Picture 192" descr="Text&#10;&#10;Description automatically generated">
            <a:extLst>
              <a:ext uri="{FF2B5EF4-FFF2-40B4-BE49-F238E27FC236}">
                <a16:creationId xmlns:a16="http://schemas.microsoft.com/office/drawing/2014/main" id="{E79AA4C5-EF8A-6828-C948-02AB73C0139F}"/>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62417" y="453219"/>
            <a:ext cx="3042197" cy="1336428"/>
          </a:xfrm>
          <a:prstGeom prst="rect">
            <a:avLst/>
          </a:prstGeom>
        </p:spPr>
      </p:pic>
      <p:pic>
        <p:nvPicPr>
          <p:cNvPr id="197" name="Picture 196" descr="Icon&#10;&#10;Description automatically generated">
            <a:extLst>
              <a:ext uri="{FF2B5EF4-FFF2-40B4-BE49-F238E27FC236}">
                <a16:creationId xmlns:a16="http://schemas.microsoft.com/office/drawing/2014/main" id="{ACA95DB2-0546-F6F9-FEE9-0D28074A1C4C}"/>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512870" y="1977614"/>
            <a:ext cx="1169941" cy="1169941"/>
          </a:xfrm>
          <a:prstGeom prst="rect">
            <a:avLst/>
          </a:prstGeom>
        </p:spPr>
      </p:pic>
      <p:pic>
        <p:nvPicPr>
          <p:cNvPr id="200" name="Picture 199" descr="Logo&#10;&#10;Description automatically generated">
            <a:extLst>
              <a:ext uri="{FF2B5EF4-FFF2-40B4-BE49-F238E27FC236}">
                <a16:creationId xmlns:a16="http://schemas.microsoft.com/office/drawing/2014/main" id="{54B5FB5C-9E16-8875-A018-ED4A3185B5CF}"/>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487531" y="400069"/>
            <a:ext cx="1852999" cy="1341827"/>
          </a:xfrm>
          <a:prstGeom prst="rect">
            <a:avLst/>
          </a:prstGeom>
        </p:spPr>
      </p:pic>
      <p:sp>
        <p:nvSpPr>
          <p:cNvPr id="202" name="TextBox 201">
            <a:extLst>
              <a:ext uri="{FF2B5EF4-FFF2-40B4-BE49-F238E27FC236}">
                <a16:creationId xmlns:a16="http://schemas.microsoft.com/office/drawing/2014/main" id="{68F26B41-BD85-B2C6-58E9-B89E18085B78}"/>
              </a:ext>
            </a:extLst>
          </p:cNvPr>
          <p:cNvSpPr txBox="1"/>
          <p:nvPr/>
        </p:nvSpPr>
        <p:spPr>
          <a:xfrm>
            <a:off x="14149539" y="22746400"/>
            <a:ext cx="6696665" cy="1015663"/>
          </a:xfrm>
          <a:prstGeom prst="rect">
            <a:avLst/>
          </a:prstGeom>
          <a:noFill/>
        </p:spPr>
        <p:txBody>
          <a:bodyPr wrap="square" rtlCol="0">
            <a:spAutoFit/>
          </a:bodyPr>
          <a:lstStyle/>
          <a:p>
            <a:r>
              <a:rPr lang="en-AU" sz="6000" dirty="0">
                <a:solidFill>
                  <a:srgbClr val="002060"/>
                </a:solidFill>
                <a:latin typeface="Roboto" panose="02000000000000000000" pitchFamily="2" charset="0"/>
                <a:ea typeface="Roboto" panose="02000000000000000000" pitchFamily="2" charset="0"/>
                <a:cs typeface="Fira Code" panose="020B0809050000020004" pitchFamily="49" charset="0"/>
              </a:rPr>
              <a:t>Standardise data</a:t>
            </a:r>
          </a:p>
        </p:txBody>
      </p:sp>
      <p:sp>
        <p:nvSpPr>
          <p:cNvPr id="203" name="TextBox 202">
            <a:extLst>
              <a:ext uri="{FF2B5EF4-FFF2-40B4-BE49-F238E27FC236}">
                <a16:creationId xmlns:a16="http://schemas.microsoft.com/office/drawing/2014/main" id="{BD7ACDBA-920C-0B75-E0E1-E8BE9CD74271}"/>
              </a:ext>
            </a:extLst>
          </p:cNvPr>
          <p:cNvSpPr txBox="1"/>
          <p:nvPr/>
        </p:nvSpPr>
        <p:spPr>
          <a:xfrm>
            <a:off x="14148000" y="31947121"/>
            <a:ext cx="5935851" cy="1015663"/>
          </a:xfrm>
          <a:prstGeom prst="rect">
            <a:avLst/>
          </a:prstGeom>
          <a:noFill/>
        </p:spPr>
        <p:txBody>
          <a:bodyPr wrap="square" rtlCol="0">
            <a:spAutoFit/>
          </a:bodyPr>
          <a:lstStyle/>
          <a:p>
            <a:r>
              <a:rPr lang="en-AU" sz="6000" dirty="0">
                <a:solidFill>
                  <a:srgbClr val="002060"/>
                </a:solidFill>
                <a:latin typeface="Roboto" panose="02000000000000000000" pitchFamily="2" charset="0"/>
                <a:ea typeface="Roboto" panose="02000000000000000000" pitchFamily="2" charset="0"/>
                <a:cs typeface="Fira Code" panose="020B0809050000020004" pitchFamily="49" charset="0"/>
              </a:rPr>
              <a:t>Write metadata</a:t>
            </a:r>
          </a:p>
        </p:txBody>
      </p:sp>
      <p:sp>
        <p:nvSpPr>
          <p:cNvPr id="213" name="TextBox 212">
            <a:extLst>
              <a:ext uri="{FF2B5EF4-FFF2-40B4-BE49-F238E27FC236}">
                <a16:creationId xmlns:a16="http://schemas.microsoft.com/office/drawing/2014/main" id="{FF07265F-7D06-ECCA-D8D8-82B4E051C7BA}"/>
              </a:ext>
            </a:extLst>
          </p:cNvPr>
          <p:cNvSpPr txBox="1"/>
          <p:nvPr/>
        </p:nvSpPr>
        <p:spPr>
          <a:xfrm>
            <a:off x="14148000" y="34667055"/>
            <a:ext cx="7738034" cy="1015663"/>
          </a:xfrm>
          <a:prstGeom prst="rect">
            <a:avLst/>
          </a:prstGeom>
          <a:noFill/>
        </p:spPr>
        <p:txBody>
          <a:bodyPr wrap="square" rtlCol="0">
            <a:spAutoFit/>
          </a:bodyPr>
          <a:lstStyle/>
          <a:p>
            <a:r>
              <a:rPr lang="en-AU" sz="6000" dirty="0">
                <a:solidFill>
                  <a:srgbClr val="002060"/>
                </a:solidFill>
                <a:latin typeface="Roboto" panose="02000000000000000000" pitchFamily="2" charset="0"/>
                <a:ea typeface="Roboto" panose="02000000000000000000" pitchFamily="2" charset="0"/>
                <a:cs typeface="Fira Code" panose="020B0809050000020004" pitchFamily="49" charset="0"/>
              </a:rPr>
              <a:t>Package for sharing</a:t>
            </a:r>
          </a:p>
        </p:txBody>
      </p:sp>
      <p:sp>
        <p:nvSpPr>
          <p:cNvPr id="214" name="TextBox 213">
            <a:extLst>
              <a:ext uri="{FF2B5EF4-FFF2-40B4-BE49-F238E27FC236}">
                <a16:creationId xmlns:a16="http://schemas.microsoft.com/office/drawing/2014/main" id="{4617BBC3-A8BB-B22B-A569-26F9F862E567}"/>
              </a:ext>
            </a:extLst>
          </p:cNvPr>
          <p:cNvSpPr txBox="1"/>
          <p:nvPr/>
        </p:nvSpPr>
        <p:spPr>
          <a:xfrm>
            <a:off x="14148000" y="37384996"/>
            <a:ext cx="5357497" cy="1015663"/>
          </a:xfrm>
          <a:prstGeom prst="rect">
            <a:avLst/>
          </a:prstGeom>
          <a:noFill/>
        </p:spPr>
        <p:txBody>
          <a:bodyPr wrap="square" rtlCol="0">
            <a:spAutoFit/>
          </a:bodyPr>
          <a:lstStyle/>
          <a:p>
            <a:r>
              <a:rPr lang="en-AU" sz="6000" dirty="0">
                <a:solidFill>
                  <a:srgbClr val="002060"/>
                </a:solidFill>
                <a:latin typeface="Roboto" panose="02000000000000000000" pitchFamily="2" charset="0"/>
                <a:ea typeface="Roboto" panose="02000000000000000000" pitchFamily="2" charset="0"/>
                <a:cs typeface="Fira Code" panose="020B0809050000020004" pitchFamily="49" charset="0"/>
              </a:rPr>
              <a:t>Quality check</a:t>
            </a:r>
          </a:p>
        </p:txBody>
      </p:sp>
      <p:sp>
        <p:nvSpPr>
          <p:cNvPr id="215" name="TextBox 214">
            <a:extLst>
              <a:ext uri="{FF2B5EF4-FFF2-40B4-BE49-F238E27FC236}">
                <a16:creationId xmlns:a16="http://schemas.microsoft.com/office/drawing/2014/main" id="{4E66AA82-7864-2393-0376-5E0F8B82B4DC}"/>
              </a:ext>
            </a:extLst>
          </p:cNvPr>
          <p:cNvSpPr txBox="1"/>
          <p:nvPr/>
        </p:nvSpPr>
        <p:spPr>
          <a:xfrm>
            <a:off x="14148000" y="39756454"/>
            <a:ext cx="2758775" cy="1015663"/>
          </a:xfrm>
          <a:prstGeom prst="rect">
            <a:avLst/>
          </a:prstGeom>
          <a:noFill/>
        </p:spPr>
        <p:txBody>
          <a:bodyPr wrap="square" rtlCol="0">
            <a:spAutoFit/>
          </a:bodyPr>
          <a:lstStyle/>
          <a:p>
            <a:r>
              <a:rPr lang="en-AU" sz="6000" dirty="0">
                <a:solidFill>
                  <a:srgbClr val="002060"/>
                </a:solidFill>
                <a:latin typeface="Roboto" panose="02000000000000000000" pitchFamily="2" charset="0"/>
                <a:ea typeface="Roboto" panose="02000000000000000000" pitchFamily="2" charset="0"/>
                <a:cs typeface="Fira Code" panose="020B0809050000020004" pitchFamily="49" charset="0"/>
              </a:rPr>
              <a:t>Share</a:t>
            </a:r>
          </a:p>
        </p:txBody>
      </p:sp>
      <p:sp>
        <p:nvSpPr>
          <p:cNvPr id="216" name="Rectangle 215">
            <a:extLst>
              <a:ext uri="{FF2B5EF4-FFF2-40B4-BE49-F238E27FC236}">
                <a16:creationId xmlns:a16="http://schemas.microsoft.com/office/drawing/2014/main" id="{03F2753F-6889-6D1A-C5E3-7A43E7DFC4D2}"/>
              </a:ext>
            </a:extLst>
          </p:cNvPr>
          <p:cNvSpPr/>
          <p:nvPr/>
        </p:nvSpPr>
        <p:spPr>
          <a:xfrm>
            <a:off x="13896370" y="32883002"/>
            <a:ext cx="15656098" cy="1413358"/>
          </a:xfrm>
          <a:prstGeom prst="rect">
            <a:avLst/>
          </a:prstGeom>
          <a:solidFill>
            <a:schemeClr val="bg1">
              <a:lumMod val="95000"/>
              <a:alpha val="38000"/>
            </a:schemeClr>
          </a:solidFill>
          <a:ln>
            <a:solidFill>
              <a:schemeClr val="accent1">
                <a:shade val="15000"/>
                <a:alpha val="2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7" name="Rectangle 216">
            <a:extLst>
              <a:ext uri="{FF2B5EF4-FFF2-40B4-BE49-F238E27FC236}">
                <a16:creationId xmlns:a16="http://schemas.microsoft.com/office/drawing/2014/main" id="{6C66DF31-3683-4426-3C0D-FE9AB1302791}"/>
              </a:ext>
            </a:extLst>
          </p:cNvPr>
          <p:cNvSpPr/>
          <p:nvPr/>
        </p:nvSpPr>
        <p:spPr>
          <a:xfrm>
            <a:off x="13896370" y="35627246"/>
            <a:ext cx="15690128" cy="1413358"/>
          </a:xfrm>
          <a:prstGeom prst="rect">
            <a:avLst/>
          </a:prstGeom>
          <a:solidFill>
            <a:schemeClr val="bg1">
              <a:lumMod val="95000"/>
              <a:alpha val="38000"/>
            </a:schemeClr>
          </a:solidFill>
          <a:ln>
            <a:solidFill>
              <a:schemeClr val="accent1">
                <a:shade val="15000"/>
                <a:alpha val="2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8" name="Rectangle 217">
            <a:extLst>
              <a:ext uri="{FF2B5EF4-FFF2-40B4-BE49-F238E27FC236}">
                <a16:creationId xmlns:a16="http://schemas.microsoft.com/office/drawing/2014/main" id="{5C07E404-EA80-A137-777E-D66BB40350A5}"/>
              </a:ext>
            </a:extLst>
          </p:cNvPr>
          <p:cNvSpPr/>
          <p:nvPr/>
        </p:nvSpPr>
        <p:spPr>
          <a:xfrm>
            <a:off x="13896370" y="38321570"/>
            <a:ext cx="15759224" cy="1413358"/>
          </a:xfrm>
          <a:prstGeom prst="rect">
            <a:avLst/>
          </a:prstGeom>
          <a:solidFill>
            <a:schemeClr val="bg1">
              <a:lumMod val="95000"/>
              <a:alpha val="38000"/>
            </a:schemeClr>
          </a:solidFill>
          <a:ln>
            <a:solidFill>
              <a:schemeClr val="accent1">
                <a:shade val="15000"/>
                <a:alpha val="2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9" name="Rectangle 218">
            <a:extLst>
              <a:ext uri="{FF2B5EF4-FFF2-40B4-BE49-F238E27FC236}">
                <a16:creationId xmlns:a16="http://schemas.microsoft.com/office/drawing/2014/main" id="{D4249F49-35D8-9806-F58E-9C8BB3B9C5DD}"/>
              </a:ext>
            </a:extLst>
          </p:cNvPr>
          <p:cNvSpPr/>
          <p:nvPr/>
        </p:nvSpPr>
        <p:spPr>
          <a:xfrm>
            <a:off x="13896370" y="40646997"/>
            <a:ext cx="15696079" cy="1413358"/>
          </a:xfrm>
          <a:prstGeom prst="rect">
            <a:avLst/>
          </a:prstGeom>
          <a:solidFill>
            <a:schemeClr val="bg1">
              <a:lumMod val="95000"/>
              <a:alpha val="38000"/>
            </a:schemeClr>
          </a:solidFill>
          <a:ln>
            <a:solidFill>
              <a:schemeClr val="accent1">
                <a:shade val="15000"/>
                <a:alpha val="2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0" name="Rectangle 219">
            <a:extLst>
              <a:ext uri="{FF2B5EF4-FFF2-40B4-BE49-F238E27FC236}">
                <a16:creationId xmlns:a16="http://schemas.microsoft.com/office/drawing/2014/main" id="{ACDD9BD7-DE65-0945-B652-35C9C7C0CF4F}"/>
              </a:ext>
            </a:extLst>
          </p:cNvPr>
          <p:cNvSpPr/>
          <p:nvPr/>
        </p:nvSpPr>
        <p:spPr>
          <a:xfrm>
            <a:off x="13921908" y="21909131"/>
            <a:ext cx="15587904" cy="720192"/>
          </a:xfrm>
          <a:prstGeom prst="rect">
            <a:avLst/>
          </a:prstGeom>
          <a:solidFill>
            <a:schemeClr val="bg1">
              <a:lumMod val="95000"/>
              <a:alpha val="38000"/>
            </a:schemeClr>
          </a:solidFill>
          <a:ln>
            <a:solidFill>
              <a:schemeClr val="accent1">
                <a:shade val="15000"/>
                <a:alpha val="2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3E3380A0-A0AF-4ED0-AE3B-C34D81C297C1}"/>
              </a:ext>
            </a:extLst>
          </p:cNvPr>
          <p:cNvSpPr txBox="1"/>
          <p:nvPr/>
        </p:nvSpPr>
        <p:spPr>
          <a:xfrm>
            <a:off x="14414832" y="21580478"/>
            <a:ext cx="15548652" cy="20867251"/>
          </a:xfrm>
          <a:prstGeom prst="rect">
            <a:avLst/>
          </a:prstGeom>
          <a:noFill/>
        </p:spPr>
        <p:txBody>
          <a:bodyPr wrap="square">
            <a:spAutoFit/>
          </a:bodyPr>
          <a:lstStyle/>
          <a:p>
            <a:endParaRPr lang="en-AU" sz="3000" b="0" i="0" u="none" strike="noStrike" baseline="0" dirty="0">
              <a:latin typeface="Fira Code Regular" panose="020B0809050000020004" pitchFamily="49" charset="0"/>
            </a:endParaRPr>
          </a:p>
          <a:p>
            <a:r>
              <a:rPr lang="en-AU" sz="3000" b="0" i="0" u="none" strike="noStrike" baseline="0" dirty="0">
                <a:solidFill>
                  <a:srgbClr val="A8227B"/>
                </a:solidFill>
                <a:latin typeface="Fira Code Regular" panose="020B0809050000020004" pitchFamily="49" charset="0"/>
              </a:rPr>
              <a:t>library</a:t>
            </a:r>
            <a:r>
              <a:rPr lang="en-AU" sz="3000" b="0" i="0" u="none" strike="noStrike" baseline="0" dirty="0">
                <a:solidFill>
                  <a:srgbClr val="000000"/>
                </a:solidFill>
                <a:latin typeface="Fira Code Regular" panose="020B0809050000020004" pitchFamily="49" charset="0"/>
              </a:rPr>
              <a:t>(galaxias)</a:t>
            </a: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endParaRPr lang="en-AU" sz="3000" b="0" i="0" u="none" strike="noStrike" baseline="0" dirty="0">
              <a:solidFill>
                <a:srgbClr val="558817"/>
              </a:solidFill>
              <a:latin typeface="Fira Code Regular" panose="020B0809050000020004" pitchFamily="49" charset="0"/>
            </a:endParaRPr>
          </a:p>
          <a:p>
            <a:r>
              <a:rPr lang="en-AU" sz="3000" b="0" i="0" u="none" strike="noStrike" baseline="0" dirty="0" err="1">
                <a:solidFill>
                  <a:srgbClr val="000000"/>
                </a:solidFill>
                <a:latin typeface="Fira Code Regular" panose="020B0809050000020004" pitchFamily="49" charset="0"/>
              </a:rPr>
              <a:t>my_data_dwc</a:t>
            </a:r>
            <a:r>
              <a:rPr lang="en-AU" sz="3000" b="0" i="0" u="none" strike="noStrike" baseline="0" dirty="0">
                <a:solidFill>
                  <a:srgbClr val="000000"/>
                </a:solidFill>
                <a:latin typeface="Fira Code Regular" panose="020B0809050000020004" pitchFamily="49" charset="0"/>
              </a:rPr>
              <a:t> &lt;- </a:t>
            </a:r>
            <a:r>
              <a:rPr lang="en-AU" sz="3000" b="0" i="0" u="none" strike="noStrike" baseline="0" dirty="0" err="1">
                <a:solidFill>
                  <a:srgbClr val="000000"/>
                </a:solidFill>
                <a:latin typeface="Fira Code Regular" panose="020B0809050000020004" pitchFamily="49" charset="0"/>
              </a:rPr>
              <a:t>df</a:t>
            </a:r>
            <a:r>
              <a:rPr lang="en-AU" sz="3000" b="0" i="0" u="none" strike="noStrike" baseline="0" dirty="0">
                <a:solidFill>
                  <a:srgbClr val="000000"/>
                </a:solidFill>
                <a:latin typeface="Fira Code Regular" panose="020B0809050000020004" pitchFamily="49" charset="0"/>
              </a:rPr>
              <a:t> |&gt;</a:t>
            </a:r>
          </a:p>
          <a:p>
            <a:r>
              <a:rPr lang="en-AU" sz="3000" b="0" i="0" u="none" strike="noStrike" baseline="0" dirty="0">
                <a:latin typeface="Fira Code Regular" panose="020B0809050000020004" pitchFamily="49" charset="0"/>
              </a:rPr>
              <a:t>  </a:t>
            </a:r>
            <a:r>
              <a:rPr lang="en-AU" sz="3000" b="0" i="0" u="none" strike="noStrike" baseline="0" dirty="0" err="1">
                <a:solidFill>
                  <a:srgbClr val="A8227B"/>
                </a:solidFill>
                <a:latin typeface="Fira Code Regular" panose="020B0809050000020004" pitchFamily="49" charset="0"/>
              </a:rPr>
              <a:t>set_occurrences</a:t>
            </a:r>
            <a:r>
              <a:rPr lang="en-AU" sz="3000" b="0" i="0" u="none" strike="noStrike" baseline="0" dirty="0">
                <a:solidFill>
                  <a:srgbClr val="000000"/>
                </a:solidFill>
                <a:latin typeface="Fira Code Regular" panose="020B0809050000020004" pitchFamily="49" charset="0"/>
              </a:rPr>
              <a:t>(</a:t>
            </a:r>
            <a:r>
              <a:rPr lang="en-AU" sz="3000" b="0" i="0" u="none" strike="noStrike" baseline="0" dirty="0" err="1">
                <a:solidFill>
                  <a:srgbClr val="000000"/>
                </a:solidFill>
                <a:latin typeface="Fira Code Regular" panose="020B0809050000020004" pitchFamily="49" charset="0"/>
              </a:rPr>
              <a:t>occurrenceID</a:t>
            </a:r>
            <a:r>
              <a:rPr lang="en-AU" sz="3000" b="0" i="0" u="none" strike="noStrike" baseline="0" dirty="0">
                <a:solidFill>
                  <a:srgbClr val="000000"/>
                </a:solidFill>
                <a:latin typeface="Fira Code Regular" panose="020B0809050000020004" pitchFamily="49" charset="0"/>
              </a:rPr>
              <a:t> = </a:t>
            </a:r>
            <a:r>
              <a:rPr lang="en-AU" sz="3000" b="0" i="0" u="none" strike="noStrike" baseline="0" dirty="0" err="1">
                <a:solidFill>
                  <a:srgbClr val="A8227B"/>
                </a:solidFill>
                <a:latin typeface="Fira Code Regular" panose="020B0809050000020004" pitchFamily="49" charset="0"/>
              </a:rPr>
              <a:t>composite_id</a:t>
            </a:r>
            <a:r>
              <a:rPr lang="en-AU" sz="3000" b="0" i="0" u="none" strike="noStrike" baseline="0" dirty="0">
                <a:solidFill>
                  <a:srgbClr val="000000"/>
                </a:solidFill>
                <a:latin typeface="Fira Code Regular" panose="020B0809050000020004" pitchFamily="49" charset="0"/>
              </a:rPr>
              <a:t>(</a:t>
            </a:r>
            <a:r>
              <a:rPr lang="en-AU" sz="3000" b="0" i="0" u="none" strike="noStrike" baseline="0" dirty="0" err="1">
                <a:solidFill>
                  <a:srgbClr val="000000"/>
                </a:solidFill>
                <a:latin typeface="Fira Code Regular" panose="020B0809050000020004" pitchFamily="49" charset="0"/>
              </a:rPr>
              <a:t>location_id</a:t>
            </a:r>
            <a:r>
              <a:rPr lang="en-AU" sz="3000" b="0" i="0" u="none" strike="noStrike" baseline="0" dirty="0">
                <a:solidFill>
                  <a:srgbClr val="000000"/>
                </a:solidFill>
                <a:latin typeface="Fira Code Regular" panose="020B0809050000020004" pitchFamily="49" charset="0"/>
              </a:rPr>
              <a:t>, </a:t>
            </a:r>
          </a:p>
          <a:p>
            <a:r>
              <a:rPr lang="en-AU" sz="3000" b="0" i="0" u="none" strike="noStrike" baseline="0" dirty="0">
                <a:latin typeface="Fira Code Regular" panose="020B0809050000020004" pitchFamily="49" charset="0"/>
              </a:rPr>
              <a:t>                                              </a:t>
            </a:r>
            <a:r>
              <a:rPr lang="en-AU" sz="3000" b="0" i="0" u="none" strike="noStrike" baseline="0" dirty="0" err="1">
                <a:solidFill>
                  <a:srgbClr val="A8227B"/>
                </a:solidFill>
                <a:latin typeface="Fira Code Regular" panose="020B0809050000020004" pitchFamily="49" charset="0"/>
              </a:rPr>
              <a:t>sequential_id</a:t>
            </a:r>
            <a:r>
              <a:rPr lang="en-AU" sz="3000" b="0" i="0" u="none" strike="noStrike" baseline="0" dirty="0">
                <a:solidFill>
                  <a:srgbClr val="000000"/>
                </a:solidFill>
                <a:latin typeface="Fira Code Regular" panose="020B0809050000020004" pitchFamily="49" charset="0"/>
              </a:rPr>
              <a:t>()),</a:t>
            </a:r>
          </a:p>
          <a:p>
            <a:r>
              <a:rPr lang="en-AU" sz="3000" b="0" i="0" u="none" strike="noStrike" baseline="0" dirty="0">
                <a:solidFill>
                  <a:srgbClr val="000000"/>
                </a:solidFill>
                <a:latin typeface="Fira Code Regular" panose="020B0809050000020004" pitchFamily="49" charset="0"/>
              </a:rPr>
              <a:t>                  </a:t>
            </a:r>
            <a:r>
              <a:rPr lang="en-AU" sz="3000" b="0" i="0" u="none" strike="noStrike" baseline="0" dirty="0" err="1">
                <a:solidFill>
                  <a:srgbClr val="000000"/>
                </a:solidFill>
                <a:latin typeface="Fira Code Regular" panose="020B0809050000020004" pitchFamily="49" charset="0"/>
              </a:rPr>
              <a:t>basisOfRecord</a:t>
            </a:r>
            <a:r>
              <a:rPr lang="en-AU" sz="3000" b="0" i="0" u="none" strike="noStrike" baseline="0" dirty="0">
                <a:solidFill>
                  <a:srgbClr val="000000"/>
                </a:solidFill>
                <a:latin typeface="Fira Code Regular" panose="020B0809050000020004" pitchFamily="49" charset="0"/>
              </a:rPr>
              <a:t> = </a:t>
            </a:r>
            <a:r>
              <a:rPr lang="en-AU" sz="3000" b="0" i="0" u="none" strike="noStrike" baseline="0" dirty="0">
                <a:solidFill>
                  <a:srgbClr val="A8660D"/>
                </a:solidFill>
                <a:latin typeface="Fira Code Regular" panose="020B0809050000020004" pitchFamily="49" charset="0"/>
              </a:rPr>
              <a:t>"</a:t>
            </a:r>
            <a:r>
              <a:rPr lang="en-AU" sz="3000" b="0" i="0" u="none" strike="noStrike" baseline="0" dirty="0" err="1">
                <a:solidFill>
                  <a:srgbClr val="A8660D"/>
                </a:solidFill>
                <a:latin typeface="Fira Code Regular" panose="020B0809050000020004" pitchFamily="49" charset="0"/>
              </a:rPr>
              <a:t>humanObservation</a:t>
            </a:r>
            <a:r>
              <a:rPr lang="en-AU" sz="3000" b="0" i="0" u="none" strike="noStrike" baseline="0" dirty="0">
                <a:solidFill>
                  <a:srgbClr val="A8660D"/>
                </a:solidFill>
                <a:latin typeface="Fira Code Regular" panose="020B0809050000020004" pitchFamily="49" charset="0"/>
              </a:rPr>
              <a:t>"</a:t>
            </a:r>
            <a:r>
              <a:rPr lang="en-AU" sz="3000" b="0" i="0" u="none" strike="noStrike" baseline="0" dirty="0">
                <a:solidFill>
                  <a:srgbClr val="000000"/>
                </a:solidFill>
                <a:latin typeface="Fira Code Regular" panose="020B0809050000020004" pitchFamily="49" charset="0"/>
              </a:rPr>
              <a:t>) |&gt; </a:t>
            </a:r>
          </a:p>
          <a:p>
            <a:r>
              <a:rPr lang="en-AU" sz="3000" b="0" i="0" u="none" strike="noStrike" baseline="0" dirty="0">
                <a:latin typeface="Fira Code Regular" panose="020B0809050000020004" pitchFamily="49" charset="0"/>
              </a:rPr>
              <a:t>  </a:t>
            </a:r>
            <a:r>
              <a:rPr lang="en-AU" sz="3000" b="0" i="0" u="none" strike="noStrike" baseline="0" dirty="0" err="1">
                <a:solidFill>
                  <a:srgbClr val="A8227B"/>
                </a:solidFill>
                <a:latin typeface="Fira Code Regular" panose="020B0809050000020004" pitchFamily="49" charset="0"/>
              </a:rPr>
              <a:t>set_coordinates</a:t>
            </a:r>
            <a:r>
              <a:rPr lang="en-AU" sz="3000" b="0" i="0" u="none" strike="noStrike" baseline="0" dirty="0">
                <a:solidFill>
                  <a:srgbClr val="000000"/>
                </a:solidFill>
                <a:latin typeface="Fira Code Regular" panose="020B0809050000020004" pitchFamily="49" charset="0"/>
              </a:rPr>
              <a:t>(</a:t>
            </a:r>
            <a:r>
              <a:rPr lang="en-AU" sz="3000" b="0" i="0" u="none" strike="noStrike" baseline="0" dirty="0" err="1">
                <a:solidFill>
                  <a:srgbClr val="000000"/>
                </a:solidFill>
                <a:latin typeface="Fira Code Regular" panose="020B0809050000020004" pitchFamily="49" charset="0"/>
              </a:rPr>
              <a:t>decimalLatitude</a:t>
            </a:r>
            <a:r>
              <a:rPr lang="en-AU" sz="3000" b="0" i="0" u="none" strike="noStrike" baseline="0" dirty="0">
                <a:solidFill>
                  <a:srgbClr val="000000"/>
                </a:solidFill>
                <a:latin typeface="Fira Code Regular" panose="020B0809050000020004" pitchFamily="49" charset="0"/>
              </a:rPr>
              <a:t> = latitude, </a:t>
            </a:r>
          </a:p>
          <a:p>
            <a:r>
              <a:rPr lang="en-AU" sz="3000" b="0" i="0" u="none" strike="noStrike" baseline="0" dirty="0">
                <a:solidFill>
                  <a:srgbClr val="000000"/>
                </a:solidFill>
                <a:latin typeface="Fira Code Regular" panose="020B0809050000020004" pitchFamily="49" charset="0"/>
              </a:rPr>
              <a:t>                  </a:t>
            </a:r>
            <a:r>
              <a:rPr lang="en-AU" sz="3000" b="0" i="0" u="none" strike="noStrike" baseline="0" dirty="0" err="1">
                <a:solidFill>
                  <a:srgbClr val="000000"/>
                </a:solidFill>
                <a:latin typeface="Fira Code Regular" panose="020B0809050000020004" pitchFamily="49" charset="0"/>
              </a:rPr>
              <a:t>decimalLongitude</a:t>
            </a:r>
            <a:r>
              <a:rPr lang="en-AU" sz="3000" b="0" i="0" u="none" strike="noStrike" baseline="0" dirty="0">
                <a:solidFill>
                  <a:srgbClr val="000000"/>
                </a:solidFill>
                <a:latin typeface="Fira Code Regular" panose="020B0809050000020004" pitchFamily="49" charset="0"/>
              </a:rPr>
              <a:t> = longitude) |&gt;</a:t>
            </a:r>
          </a:p>
          <a:p>
            <a:r>
              <a:rPr lang="en-AU" sz="3000" b="0" i="0" u="none" strike="noStrike" baseline="0" dirty="0">
                <a:latin typeface="Fira Code Regular" panose="020B0809050000020004" pitchFamily="49" charset="0"/>
              </a:rPr>
              <a:t>  </a:t>
            </a:r>
            <a:r>
              <a:rPr lang="en-AU" sz="3000" b="0" i="0" u="none" strike="noStrike" baseline="0" dirty="0" err="1">
                <a:solidFill>
                  <a:srgbClr val="A8227B"/>
                </a:solidFill>
                <a:latin typeface="Fira Code Regular" panose="020B0809050000020004" pitchFamily="49" charset="0"/>
              </a:rPr>
              <a:t>set_locality</a:t>
            </a:r>
            <a:r>
              <a:rPr lang="en-AU" sz="3000" b="0" i="0" u="none" strike="noStrike" baseline="0" dirty="0">
                <a:solidFill>
                  <a:srgbClr val="000000"/>
                </a:solidFill>
                <a:latin typeface="Fira Code Regular" panose="020B0809050000020004" pitchFamily="49" charset="0"/>
              </a:rPr>
              <a:t>(country = </a:t>
            </a:r>
            <a:r>
              <a:rPr lang="en-AU" sz="3000" b="0" i="0" u="none" strike="noStrike" baseline="0" dirty="0">
                <a:solidFill>
                  <a:srgbClr val="A8660D"/>
                </a:solidFill>
                <a:latin typeface="Fira Code Regular" panose="020B0809050000020004" pitchFamily="49" charset="0"/>
              </a:rPr>
              <a:t>"Australia"</a:t>
            </a:r>
            <a:r>
              <a:rPr lang="en-AU" sz="3000" b="0" i="0" u="none" strike="noStrike" baseline="0" dirty="0">
                <a:solidFill>
                  <a:srgbClr val="000000"/>
                </a:solidFill>
                <a:latin typeface="Fira Code Regular" panose="020B0809050000020004" pitchFamily="49" charset="0"/>
              </a:rPr>
              <a:t>, </a:t>
            </a:r>
          </a:p>
          <a:p>
            <a:r>
              <a:rPr lang="en-AU" sz="3000" b="0" i="0" u="none" strike="noStrike" baseline="0" dirty="0">
                <a:solidFill>
                  <a:srgbClr val="000000"/>
                </a:solidFill>
                <a:latin typeface="Fira Code Regular" panose="020B0809050000020004" pitchFamily="49" charset="0"/>
              </a:rPr>
              <a:t>               locality = </a:t>
            </a:r>
            <a:r>
              <a:rPr lang="en-AU" sz="3000" b="0" i="0" u="none" strike="noStrike" baseline="0" dirty="0">
                <a:solidFill>
                  <a:srgbClr val="A8660D"/>
                </a:solidFill>
                <a:latin typeface="Fira Code Regular" panose="020B0809050000020004" pitchFamily="49" charset="0"/>
              </a:rPr>
              <a:t>"Canberra"</a:t>
            </a:r>
            <a:r>
              <a:rPr lang="en-AU" sz="3000" b="0" i="0" u="none" strike="noStrike" baseline="0" dirty="0">
                <a:solidFill>
                  <a:srgbClr val="000000"/>
                </a:solidFill>
                <a:latin typeface="Fira Code Regular" panose="020B0809050000020004" pitchFamily="49" charset="0"/>
              </a:rPr>
              <a:t>) |&gt;</a:t>
            </a:r>
          </a:p>
          <a:p>
            <a:r>
              <a:rPr lang="en-AU" sz="3000" b="0" i="0" u="none" strike="noStrike" baseline="0" dirty="0">
                <a:latin typeface="Fira Code Regular" panose="020B0809050000020004" pitchFamily="49" charset="0"/>
              </a:rPr>
              <a:t>  </a:t>
            </a:r>
            <a:r>
              <a:rPr lang="en-AU" sz="3000" b="0" i="0" u="none" strike="noStrike" baseline="0" dirty="0" err="1">
                <a:solidFill>
                  <a:srgbClr val="A8227B"/>
                </a:solidFill>
                <a:latin typeface="Fira Code Regular" panose="020B0809050000020004" pitchFamily="49" charset="0"/>
              </a:rPr>
              <a:t>set_datetime</a:t>
            </a:r>
            <a:r>
              <a:rPr lang="en-AU" sz="3000" b="0" i="0" u="none" strike="noStrike" baseline="0" dirty="0">
                <a:solidFill>
                  <a:srgbClr val="000000"/>
                </a:solidFill>
                <a:latin typeface="Fira Code Regular" panose="020B0809050000020004" pitchFamily="49" charset="0"/>
              </a:rPr>
              <a:t>(</a:t>
            </a:r>
            <a:r>
              <a:rPr lang="en-AU" sz="3000" b="0" i="0" u="none" strike="noStrike" baseline="0" dirty="0" err="1">
                <a:solidFill>
                  <a:srgbClr val="000000"/>
                </a:solidFill>
                <a:latin typeface="Fira Code Regular" panose="020B0809050000020004" pitchFamily="49" charset="0"/>
              </a:rPr>
              <a:t>eventDate</a:t>
            </a:r>
            <a:r>
              <a:rPr lang="en-AU" sz="3000" b="0" i="0" u="none" strike="noStrike" baseline="0" dirty="0">
                <a:solidFill>
                  <a:srgbClr val="000000"/>
                </a:solidFill>
                <a:latin typeface="Fira Code Regular" panose="020B0809050000020004" pitchFamily="49" charset="0"/>
              </a:rPr>
              <a:t> = </a:t>
            </a:r>
            <a:r>
              <a:rPr lang="en-AU" sz="3000" b="0" i="0" u="none" strike="noStrike" baseline="0" dirty="0" err="1">
                <a:solidFill>
                  <a:srgbClr val="000000"/>
                </a:solidFill>
                <a:latin typeface="Fira Code Regular" panose="020B0809050000020004" pitchFamily="49" charset="0"/>
              </a:rPr>
              <a:t>lubridate</a:t>
            </a:r>
            <a:r>
              <a:rPr lang="en-AU" sz="3000" b="0" i="0" u="none" strike="noStrike" baseline="0" dirty="0">
                <a:solidFill>
                  <a:srgbClr val="000000"/>
                </a:solidFill>
                <a:latin typeface="Fira Code Regular" panose="020B0809050000020004" pitchFamily="49" charset="0"/>
              </a:rPr>
              <a:t>::</a:t>
            </a:r>
            <a:r>
              <a:rPr lang="en-AU" sz="3000" b="0" i="0" u="none" strike="noStrike" baseline="0" dirty="0" err="1">
                <a:solidFill>
                  <a:srgbClr val="A8227B"/>
                </a:solidFill>
                <a:latin typeface="Fira Code Regular" panose="020B0809050000020004" pitchFamily="49" charset="0"/>
              </a:rPr>
              <a:t>dmy</a:t>
            </a:r>
            <a:r>
              <a:rPr lang="en-AU" sz="3000" b="0" i="0" u="none" strike="noStrike" baseline="0" dirty="0">
                <a:solidFill>
                  <a:srgbClr val="000000"/>
                </a:solidFill>
                <a:latin typeface="Fira Code Regular" panose="020B0809050000020004" pitchFamily="49" charset="0"/>
              </a:rPr>
              <a:t>(date)) |&gt;</a:t>
            </a:r>
          </a:p>
          <a:p>
            <a:r>
              <a:rPr lang="en-AU" sz="3000" b="0" i="0" u="none" strike="noStrike" baseline="0" dirty="0">
                <a:latin typeface="Fira Code Regular" panose="020B0809050000020004" pitchFamily="49" charset="0"/>
              </a:rPr>
              <a:t>  </a:t>
            </a:r>
            <a:r>
              <a:rPr lang="en-AU" sz="3000" b="0" i="0" u="none" strike="noStrike" baseline="0" dirty="0" err="1">
                <a:solidFill>
                  <a:srgbClr val="A8227B"/>
                </a:solidFill>
                <a:latin typeface="Fira Code Regular" panose="020B0809050000020004" pitchFamily="49" charset="0"/>
              </a:rPr>
              <a:t>set_scientific_name</a:t>
            </a:r>
            <a:r>
              <a:rPr lang="en-AU" sz="3000" b="0" i="0" u="none" strike="noStrike" baseline="0" dirty="0">
                <a:solidFill>
                  <a:srgbClr val="000000"/>
                </a:solidFill>
                <a:latin typeface="Fira Code Regular" panose="020B0809050000020004" pitchFamily="49" charset="0"/>
              </a:rPr>
              <a:t>(</a:t>
            </a:r>
            <a:r>
              <a:rPr lang="en-AU" sz="3000" b="0" i="0" u="none" strike="noStrike" baseline="0" dirty="0" err="1">
                <a:solidFill>
                  <a:srgbClr val="000000"/>
                </a:solidFill>
                <a:latin typeface="Fira Code Regular" panose="020B0809050000020004" pitchFamily="49" charset="0"/>
              </a:rPr>
              <a:t>scientificName</a:t>
            </a:r>
            <a:r>
              <a:rPr lang="en-AU" sz="3000" b="0" i="0" u="none" strike="noStrike" baseline="0" dirty="0">
                <a:solidFill>
                  <a:srgbClr val="000000"/>
                </a:solidFill>
                <a:latin typeface="Fira Code Regular" panose="020B0809050000020004" pitchFamily="49" charset="0"/>
              </a:rPr>
              <a:t> = species, </a:t>
            </a:r>
          </a:p>
          <a:p>
            <a:r>
              <a:rPr lang="en-AU" sz="3000" b="0" i="0" u="none" strike="noStrike" baseline="0" dirty="0">
                <a:solidFill>
                  <a:srgbClr val="000000"/>
                </a:solidFill>
                <a:latin typeface="Fira Code Regular" panose="020B0809050000020004" pitchFamily="49" charset="0"/>
              </a:rPr>
              <a:t>                      </a:t>
            </a:r>
            <a:r>
              <a:rPr lang="en-AU" sz="3000" b="0" i="0" u="none" strike="noStrike" baseline="0" dirty="0" err="1">
                <a:solidFill>
                  <a:srgbClr val="000000"/>
                </a:solidFill>
                <a:latin typeface="Fira Code Regular" panose="020B0809050000020004" pitchFamily="49" charset="0"/>
              </a:rPr>
              <a:t>taxonRank</a:t>
            </a:r>
            <a:r>
              <a:rPr lang="en-AU" sz="3000" b="0" i="0" u="none" strike="noStrike" baseline="0" dirty="0">
                <a:solidFill>
                  <a:srgbClr val="000000"/>
                </a:solidFill>
                <a:latin typeface="Fira Code Regular" panose="020B0809050000020004" pitchFamily="49" charset="0"/>
              </a:rPr>
              <a:t> = </a:t>
            </a:r>
            <a:r>
              <a:rPr lang="en-AU" sz="3000" b="0" i="0" u="none" strike="noStrike" baseline="0" dirty="0">
                <a:solidFill>
                  <a:srgbClr val="A8660D"/>
                </a:solidFill>
                <a:latin typeface="Fira Code Regular" panose="020B0809050000020004" pitchFamily="49" charset="0"/>
              </a:rPr>
              <a:t>"species"</a:t>
            </a:r>
            <a:r>
              <a:rPr lang="en-AU" sz="3000" b="0" i="0" u="none" strike="noStrike" baseline="0" dirty="0">
                <a:solidFill>
                  <a:srgbClr val="000000"/>
                </a:solidFill>
                <a:latin typeface="Fira Code Regular" panose="020B0809050000020004" pitchFamily="49" charset="0"/>
              </a:rPr>
              <a:t>) |&gt;</a:t>
            </a:r>
          </a:p>
          <a:p>
            <a:r>
              <a:rPr lang="en-AU" sz="3000" b="0" i="0" u="none" strike="noStrike" baseline="0" dirty="0">
                <a:latin typeface="Fira Code Regular" panose="020B0809050000020004" pitchFamily="49" charset="0"/>
              </a:rPr>
              <a:t>  </a:t>
            </a:r>
            <a:r>
              <a:rPr lang="en-AU" sz="3000" b="0" i="0" u="none" strike="noStrike" baseline="0" dirty="0" err="1">
                <a:solidFill>
                  <a:srgbClr val="A8227B"/>
                </a:solidFill>
                <a:latin typeface="Fira Code Regular" panose="020B0809050000020004" pitchFamily="49" charset="0"/>
              </a:rPr>
              <a:t>set_taxonomy</a:t>
            </a:r>
            <a:r>
              <a:rPr lang="en-AU" sz="3000" b="0" i="0" u="none" strike="noStrike" baseline="0" dirty="0">
                <a:solidFill>
                  <a:srgbClr val="000000"/>
                </a:solidFill>
                <a:latin typeface="Fira Code Regular" panose="020B0809050000020004" pitchFamily="49" charset="0"/>
              </a:rPr>
              <a:t>(kingdom = </a:t>
            </a:r>
            <a:r>
              <a:rPr lang="en-AU" sz="3000" b="0" i="0" u="none" strike="noStrike" baseline="0" dirty="0">
                <a:solidFill>
                  <a:srgbClr val="A8660D"/>
                </a:solidFill>
                <a:latin typeface="Fira Code Regular" panose="020B0809050000020004" pitchFamily="49" charset="0"/>
              </a:rPr>
              <a:t>"Animalia"</a:t>
            </a:r>
            <a:r>
              <a:rPr lang="en-AU" sz="3000" b="0" i="0" u="none" strike="noStrike" baseline="0" dirty="0">
                <a:solidFill>
                  <a:srgbClr val="000000"/>
                </a:solidFill>
                <a:latin typeface="Fira Code Regular" panose="020B0809050000020004" pitchFamily="49" charset="0"/>
              </a:rPr>
              <a:t>, </a:t>
            </a:r>
          </a:p>
          <a:p>
            <a:r>
              <a:rPr lang="en-AU" sz="3000" b="0" i="0" u="none" strike="noStrike" baseline="0" dirty="0">
                <a:solidFill>
                  <a:srgbClr val="000000"/>
                </a:solidFill>
                <a:latin typeface="Fira Code Regular" panose="020B0809050000020004" pitchFamily="49" charset="0"/>
              </a:rPr>
              <a:t>               family = </a:t>
            </a:r>
            <a:r>
              <a:rPr lang="en-AU" sz="3000" b="0" i="0" u="none" strike="noStrike" baseline="0" dirty="0">
                <a:solidFill>
                  <a:srgbClr val="A8660D"/>
                </a:solidFill>
                <a:latin typeface="Fira Code Regular" panose="020B0809050000020004" pitchFamily="49" charset="0"/>
              </a:rPr>
              <a:t>"</a:t>
            </a:r>
            <a:r>
              <a:rPr lang="en-AU" sz="3000" b="0" i="0" u="none" strike="noStrike" baseline="0" dirty="0" err="1">
                <a:solidFill>
                  <a:srgbClr val="A8660D"/>
                </a:solidFill>
                <a:latin typeface="Fira Code Regular" panose="020B0809050000020004" pitchFamily="49" charset="0"/>
              </a:rPr>
              <a:t>Cacatuidae</a:t>
            </a:r>
            <a:r>
              <a:rPr lang="en-AU" sz="3000" b="0" i="0" u="none" strike="noStrike" baseline="0" dirty="0">
                <a:solidFill>
                  <a:srgbClr val="A8660D"/>
                </a:solidFill>
                <a:latin typeface="Fira Code Regular" panose="020B0809050000020004" pitchFamily="49" charset="0"/>
              </a:rPr>
              <a:t>"</a:t>
            </a:r>
            <a:r>
              <a:rPr lang="en-AU" sz="3000" b="0" i="0" u="none" strike="noStrike" baseline="0" dirty="0">
                <a:solidFill>
                  <a:srgbClr val="000000"/>
                </a:solidFill>
                <a:latin typeface="Fira Code Regular" panose="020B0809050000020004" pitchFamily="49" charset="0"/>
              </a:rPr>
              <a:t>)</a:t>
            </a: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r>
              <a:rPr lang="en-AU" sz="3000" b="0" i="0" u="none" strike="noStrike" baseline="0" dirty="0" err="1">
                <a:solidFill>
                  <a:srgbClr val="A8227B"/>
                </a:solidFill>
                <a:latin typeface="Fira Code Regular" panose="020B0809050000020004" pitchFamily="49" charset="0"/>
              </a:rPr>
              <a:t>use_data</a:t>
            </a:r>
            <a:r>
              <a:rPr lang="en-AU" sz="3000" b="0" i="0" u="none" strike="noStrike" baseline="0" dirty="0">
                <a:solidFill>
                  <a:srgbClr val="000000"/>
                </a:solidFill>
                <a:latin typeface="Fira Code Regular" panose="020B0809050000020004" pitchFamily="49" charset="0"/>
              </a:rPr>
              <a:t>(</a:t>
            </a:r>
            <a:r>
              <a:rPr lang="en-AU" sz="3000" b="0" i="0" u="none" strike="noStrike" baseline="0" dirty="0" err="1">
                <a:solidFill>
                  <a:srgbClr val="000000"/>
                </a:solidFill>
                <a:latin typeface="Fira Code Regular" panose="020B0809050000020004" pitchFamily="49" charset="0"/>
              </a:rPr>
              <a:t>my_data_dwc</a:t>
            </a:r>
            <a:r>
              <a:rPr lang="en-AU" sz="3000" b="0" i="0" u="none" strike="noStrike" baseline="0" dirty="0">
                <a:solidFill>
                  <a:srgbClr val="000000"/>
                </a:solidFill>
                <a:latin typeface="Fira Code Regular" panose="020B0809050000020004" pitchFamily="49" charset="0"/>
              </a:rPr>
              <a:t>) </a:t>
            </a:r>
            <a:r>
              <a:rPr lang="en-AU" sz="3000" dirty="0">
                <a:solidFill>
                  <a:srgbClr val="558817"/>
                </a:solidFill>
                <a:latin typeface="Fira Code Regular" panose="020B0809050000020004" pitchFamily="49" charset="0"/>
              </a:rPr>
              <a:t># add data to directory</a:t>
            </a:r>
            <a:endParaRPr lang="en-AU" sz="3000" b="0" i="0" u="none" strike="noStrike" baseline="0" dirty="0">
              <a:solidFill>
                <a:srgbClr val="000000"/>
              </a:solidFill>
              <a:latin typeface="Fira Code Regular" panose="020B0809050000020004" pitchFamily="49" charset="0"/>
            </a:endParaRP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r>
              <a:rPr lang="pt-BR" sz="3000" b="0" i="0" u="none" strike="noStrike" baseline="0" dirty="0">
                <a:solidFill>
                  <a:srgbClr val="A8227B"/>
                </a:solidFill>
                <a:latin typeface="Fira Code Regular" panose="020B0809050000020004" pitchFamily="49" charset="0"/>
              </a:rPr>
              <a:t>use_metadata_template</a:t>
            </a:r>
            <a:r>
              <a:rPr lang="pt-BR" sz="3000" b="0" i="0" u="none" strike="noStrike" baseline="0" dirty="0">
                <a:solidFill>
                  <a:srgbClr val="000000"/>
                </a:solidFill>
                <a:latin typeface="Fira Code Regular" panose="020B0809050000020004" pitchFamily="49" charset="0"/>
              </a:rPr>
              <a:t>(</a:t>
            </a:r>
            <a:r>
              <a:rPr lang="pt-BR" sz="3000" b="0" i="0" u="none" strike="noStrike" baseline="0" dirty="0">
                <a:solidFill>
                  <a:srgbClr val="A8660D"/>
                </a:solidFill>
                <a:latin typeface="Fira Code Regular" panose="020B0809050000020004" pitchFamily="49" charset="0"/>
              </a:rPr>
              <a:t>"metadata.Rmd"</a:t>
            </a:r>
            <a:r>
              <a:rPr lang="pt-BR" sz="3000" b="0" i="0" u="none" strike="noStrike" baseline="0" dirty="0">
                <a:solidFill>
                  <a:srgbClr val="000000"/>
                </a:solidFill>
                <a:latin typeface="Fira Code Regular" panose="020B0809050000020004" pitchFamily="49" charset="0"/>
              </a:rPr>
              <a:t>)</a:t>
            </a:r>
          </a:p>
          <a:p>
            <a:r>
              <a:rPr lang="en-AU" sz="3000" b="0" i="0" u="none" strike="noStrike" baseline="0" dirty="0" err="1">
                <a:solidFill>
                  <a:srgbClr val="A8227B"/>
                </a:solidFill>
                <a:latin typeface="Fira Code Regular" panose="020B0809050000020004" pitchFamily="49" charset="0"/>
              </a:rPr>
              <a:t>use_metadata</a:t>
            </a:r>
            <a:r>
              <a:rPr lang="en-AU" sz="3000" b="0" i="0" u="none" strike="noStrike" baseline="0" dirty="0">
                <a:solidFill>
                  <a:srgbClr val="000000"/>
                </a:solidFill>
                <a:latin typeface="Fira Code Regular" panose="020B0809050000020004" pitchFamily="49" charset="0"/>
              </a:rPr>
              <a:t>(</a:t>
            </a:r>
            <a:r>
              <a:rPr lang="en-AU" sz="3000" b="0" i="0" u="none" strike="noStrike" baseline="0" dirty="0">
                <a:solidFill>
                  <a:srgbClr val="A8660D"/>
                </a:solidFill>
                <a:latin typeface="Fira Code Regular" panose="020B0809050000020004" pitchFamily="49" charset="0"/>
              </a:rPr>
              <a:t>"</a:t>
            </a:r>
            <a:r>
              <a:rPr lang="en-AU" sz="3000" b="0" i="0" u="none" strike="noStrike" baseline="0" dirty="0" err="1">
                <a:solidFill>
                  <a:srgbClr val="A8660D"/>
                </a:solidFill>
                <a:latin typeface="Fira Code Regular" panose="020B0809050000020004" pitchFamily="49" charset="0"/>
              </a:rPr>
              <a:t>metadata.Rmd</a:t>
            </a:r>
            <a:r>
              <a:rPr lang="en-AU" sz="3000" b="0" i="0" u="none" strike="noStrike" baseline="0" dirty="0">
                <a:solidFill>
                  <a:srgbClr val="A8660D"/>
                </a:solidFill>
                <a:latin typeface="Fira Code Regular" panose="020B0809050000020004" pitchFamily="49" charset="0"/>
              </a:rPr>
              <a:t>"</a:t>
            </a:r>
            <a:r>
              <a:rPr lang="en-AU" sz="3000" b="0" i="0" u="none" strike="noStrike" baseline="0" dirty="0">
                <a:solidFill>
                  <a:srgbClr val="000000"/>
                </a:solidFill>
                <a:latin typeface="Fira Code Regular" panose="020B0809050000020004" pitchFamily="49" charset="0"/>
              </a:rPr>
              <a:t>) </a:t>
            </a:r>
            <a:r>
              <a:rPr lang="en-AU" sz="3000" b="0" i="0" u="none" strike="noStrike" baseline="0" dirty="0">
                <a:solidFill>
                  <a:srgbClr val="558817"/>
                </a:solidFill>
                <a:latin typeface="Fira Code Regular" panose="020B0809050000020004" pitchFamily="49" charset="0"/>
              </a:rPr>
              <a:t># add metadata to directory</a:t>
            </a: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endParaRPr lang="en-AU" sz="3000" b="0" i="0" u="none" strike="noStrike" baseline="0" dirty="0">
              <a:solidFill>
                <a:srgbClr val="558817"/>
              </a:solidFill>
              <a:latin typeface="Fira Code Regular" panose="020B0809050000020004" pitchFamily="49" charset="0"/>
            </a:endParaRPr>
          </a:p>
          <a:p>
            <a:r>
              <a:rPr lang="en-AU" sz="3000" b="0" i="0" u="none" strike="noStrike" baseline="0" dirty="0">
                <a:solidFill>
                  <a:srgbClr val="558817"/>
                </a:solidFill>
                <a:latin typeface="Fira Code Regular" panose="020B0809050000020004" pitchFamily="49" charset="0"/>
              </a:rPr>
              <a:t># (auto-builds schema)</a:t>
            </a:r>
          </a:p>
          <a:p>
            <a:r>
              <a:rPr lang="en-AU" sz="3000" b="0" i="0" u="none" strike="noStrike" baseline="0" dirty="0" err="1">
                <a:solidFill>
                  <a:srgbClr val="A8227B"/>
                </a:solidFill>
                <a:latin typeface="Fira Code Regular" panose="020B0809050000020004" pitchFamily="49" charset="0"/>
              </a:rPr>
              <a:t>build_archive</a:t>
            </a:r>
            <a:r>
              <a:rPr lang="en-AU" sz="3000" b="0" i="0" u="none" strike="noStrike" baseline="0" dirty="0">
                <a:solidFill>
                  <a:srgbClr val="000000"/>
                </a:solidFill>
                <a:latin typeface="Fira Code Regular" panose="020B0809050000020004" pitchFamily="49" charset="0"/>
              </a:rPr>
              <a:t>(</a:t>
            </a:r>
            <a:r>
              <a:rPr lang="en-AU" sz="3000" b="0" i="0" u="none" strike="noStrike" baseline="0" dirty="0">
                <a:solidFill>
                  <a:srgbClr val="A8660D"/>
                </a:solidFill>
                <a:latin typeface="Fira Code Regular" panose="020B0809050000020004" pitchFamily="49" charset="0"/>
              </a:rPr>
              <a:t>"my_dwca.zip"</a:t>
            </a:r>
            <a:r>
              <a:rPr lang="en-AU" sz="3000" b="0" i="0" u="none" strike="noStrike" baseline="0" dirty="0">
                <a:solidFill>
                  <a:srgbClr val="000000"/>
                </a:solidFill>
                <a:latin typeface="Fira Code Regular" panose="020B0809050000020004" pitchFamily="49" charset="0"/>
              </a:rPr>
              <a:t>) </a:t>
            </a:r>
            <a:r>
              <a:rPr lang="en-AU" sz="3000" b="0" i="0" u="none" strike="noStrike" baseline="0" dirty="0">
                <a:solidFill>
                  <a:srgbClr val="558817"/>
                </a:solidFill>
                <a:latin typeface="Fira Code Regular" panose="020B0809050000020004" pitchFamily="49" charset="0"/>
              </a:rPr>
              <a:t># convert to Darwin Core Archive</a:t>
            </a:r>
          </a:p>
          <a:p>
            <a:endParaRPr lang="en-AU" sz="3000" b="0" i="0" u="none" strike="noStrike" baseline="0" dirty="0">
              <a:latin typeface="Fira Code Regular" panose="020B0809050000020004" pitchFamily="49" charset="0"/>
            </a:endParaRPr>
          </a:p>
          <a:p>
            <a:endParaRPr lang="en-AU" sz="3000" dirty="0">
              <a:latin typeface="Fira Code Regular" panose="020B0809050000020004" pitchFamily="49" charset="0"/>
            </a:endParaRPr>
          </a:p>
          <a:p>
            <a:endParaRPr lang="en-AU" sz="3000" b="0" i="0" u="none" strike="noStrike" baseline="0" dirty="0">
              <a:solidFill>
                <a:srgbClr val="558817"/>
              </a:solidFill>
              <a:latin typeface="Fira Code Regular" panose="020B0809050000020004" pitchFamily="49" charset="0"/>
            </a:endParaRPr>
          </a:p>
          <a:p>
            <a:endParaRPr lang="en-AU" sz="3000" b="0" i="0" u="none" strike="noStrike" baseline="0" dirty="0">
              <a:solidFill>
                <a:srgbClr val="A8227B"/>
              </a:solidFill>
              <a:latin typeface="Fira Code Regular" panose="020B0809050000020004" pitchFamily="49" charset="0"/>
            </a:endParaRPr>
          </a:p>
          <a:p>
            <a:r>
              <a:rPr lang="en-AU" sz="3000" b="0" i="0" u="none" strike="noStrike" baseline="0" dirty="0" err="1">
                <a:solidFill>
                  <a:srgbClr val="A8227B"/>
                </a:solidFill>
                <a:latin typeface="Fira Code Regular" panose="020B0809050000020004" pitchFamily="49" charset="0"/>
              </a:rPr>
              <a:t>check_directory</a:t>
            </a:r>
            <a:r>
              <a:rPr lang="en-AU" sz="3000" b="0" i="0" u="none" strike="noStrike" baseline="0" dirty="0">
                <a:solidFill>
                  <a:srgbClr val="000000"/>
                </a:solidFill>
                <a:latin typeface="Fira Code Regular" panose="020B0809050000020004" pitchFamily="49" charset="0"/>
              </a:rPr>
              <a:t>()            </a:t>
            </a:r>
            <a:r>
              <a:rPr lang="en-AU" sz="3000" b="0" i="0" u="none" strike="noStrike" baseline="0" dirty="0">
                <a:solidFill>
                  <a:srgbClr val="558817"/>
                </a:solidFill>
                <a:latin typeface="Fira Code Regular" panose="020B0809050000020004" pitchFamily="49" charset="0"/>
              </a:rPr>
              <a:t># local quality checks</a:t>
            </a:r>
          </a:p>
          <a:p>
            <a:r>
              <a:rPr lang="en-AU" sz="3000" b="0" i="0" u="none" strike="noStrike" baseline="0" dirty="0" err="1">
                <a:solidFill>
                  <a:srgbClr val="A8227B"/>
                </a:solidFill>
                <a:latin typeface="Fira Code Regular" panose="020B0809050000020004" pitchFamily="49" charset="0"/>
              </a:rPr>
              <a:t>check_archive</a:t>
            </a:r>
            <a:r>
              <a:rPr lang="en-AU" sz="3000" b="0" i="0" u="none" strike="noStrike" baseline="0" dirty="0">
                <a:solidFill>
                  <a:srgbClr val="000000"/>
                </a:solidFill>
                <a:latin typeface="Fira Code Regular" panose="020B0809050000020004" pitchFamily="49" charset="0"/>
              </a:rPr>
              <a:t>(</a:t>
            </a:r>
            <a:r>
              <a:rPr lang="en-AU" sz="3000" b="0" i="0" u="none" strike="noStrike" baseline="0" dirty="0">
                <a:solidFill>
                  <a:srgbClr val="A8660D"/>
                </a:solidFill>
                <a:latin typeface="Fira Code Regular" panose="020B0809050000020004" pitchFamily="49" charset="0"/>
              </a:rPr>
              <a:t>"my_dwca.zip"</a:t>
            </a:r>
            <a:r>
              <a:rPr lang="en-AU" sz="3000" b="0" i="0" u="none" strike="noStrike" baseline="0" dirty="0">
                <a:solidFill>
                  <a:srgbClr val="000000"/>
                </a:solidFill>
                <a:latin typeface="Fira Code Regular" panose="020B0809050000020004" pitchFamily="49" charset="0"/>
              </a:rPr>
              <a:t>) </a:t>
            </a:r>
            <a:r>
              <a:rPr lang="en-AU" sz="3000" b="0" i="0" u="none" strike="noStrike" baseline="0" dirty="0">
                <a:solidFill>
                  <a:srgbClr val="558817"/>
                </a:solidFill>
                <a:latin typeface="Fira Code Regular" panose="020B0809050000020004" pitchFamily="49" charset="0"/>
              </a:rPr>
              <a:t># GBIF quality checks</a:t>
            </a: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endParaRPr lang="en-AU" sz="3000" b="0" i="0" u="none" strike="noStrike" baseline="0" dirty="0">
              <a:latin typeface="Fira Code Regular" panose="020B0809050000020004" pitchFamily="49" charset="0"/>
            </a:endParaRPr>
          </a:p>
          <a:p>
            <a:r>
              <a:rPr lang="en-AU" sz="3000" b="0" i="0" u="none" strike="noStrike" baseline="0" dirty="0">
                <a:solidFill>
                  <a:srgbClr val="558817"/>
                </a:solidFill>
                <a:latin typeface="Fira Code Regular" panose="020B0809050000020004" pitchFamily="49" charset="0"/>
              </a:rPr>
              <a:t># open submission page</a:t>
            </a:r>
          </a:p>
          <a:p>
            <a:r>
              <a:rPr lang="en-AU" sz="3000" b="0" i="0" u="none" strike="noStrike" baseline="0" dirty="0" err="1">
                <a:solidFill>
                  <a:srgbClr val="A8227B"/>
                </a:solidFill>
                <a:latin typeface="Fira Code Regular" panose="020B0809050000020004" pitchFamily="49" charset="0"/>
              </a:rPr>
              <a:t>submit_archive</a:t>
            </a:r>
            <a:r>
              <a:rPr lang="en-AU" sz="3000" b="0" i="0" u="none" strike="noStrike" baseline="0" dirty="0">
                <a:solidFill>
                  <a:srgbClr val="000000"/>
                </a:solidFill>
                <a:latin typeface="Fira Code Regular" panose="020B0809050000020004" pitchFamily="49" charset="0"/>
              </a:rPr>
              <a:t>()</a:t>
            </a:r>
            <a:endParaRPr lang="en-AU" sz="3000" dirty="0">
              <a:latin typeface="Fira Code" panose="020B0809050000020004" pitchFamily="49" charset="0"/>
              <a:ea typeface="Fira Code" panose="020B0809050000020004" pitchFamily="49" charset="0"/>
              <a:cs typeface="Fira Code" panose="020B0809050000020004" pitchFamily="49" charset="0"/>
            </a:endParaRPr>
          </a:p>
        </p:txBody>
      </p:sp>
      <p:pic>
        <p:nvPicPr>
          <p:cNvPr id="231" name="Picture 230" descr="A qr code on a white background&#10;&#10;AI-generated content may be incorrect.">
            <a:extLst>
              <a:ext uri="{FF2B5EF4-FFF2-40B4-BE49-F238E27FC236}">
                <a16:creationId xmlns:a16="http://schemas.microsoft.com/office/drawing/2014/main" id="{7531848B-DCC2-DE0F-6829-B3B01C2CF36F}"/>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8272800" y="38328924"/>
            <a:ext cx="2246400" cy="2246400"/>
          </a:xfrm>
          <a:prstGeom prst="rect">
            <a:avLst/>
          </a:prstGeom>
        </p:spPr>
      </p:pic>
      <p:pic>
        <p:nvPicPr>
          <p:cNvPr id="234" name="Picture 233" descr="A qr code on a white background&#10;&#10;AI-generated content may be incorrect.">
            <a:extLst>
              <a:ext uri="{FF2B5EF4-FFF2-40B4-BE49-F238E27FC236}">
                <a16:creationId xmlns:a16="http://schemas.microsoft.com/office/drawing/2014/main" id="{62FA3CD7-3D33-1A0A-348F-DA0F84662B08}"/>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8272800" y="24462835"/>
            <a:ext cx="2245108" cy="2245108"/>
          </a:xfrm>
          <a:prstGeom prst="rect">
            <a:avLst/>
          </a:prstGeom>
        </p:spPr>
      </p:pic>
      <p:pic>
        <p:nvPicPr>
          <p:cNvPr id="241" name="Graphic 240">
            <a:extLst>
              <a:ext uri="{FF2B5EF4-FFF2-40B4-BE49-F238E27FC236}">
                <a16:creationId xmlns:a16="http://schemas.microsoft.com/office/drawing/2014/main" id="{7397C319-7328-FFD8-51AD-3F6C2A4353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97313" y="23117150"/>
            <a:ext cx="1272622" cy="1466936"/>
          </a:xfrm>
          <a:prstGeom prst="rect">
            <a:avLst/>
          </a:prstGeom>
        </p:spPr>
      </p:pic>
      <p:pic>
        <p:nvPicPr>
          <p:cNvPr id="243" name="Picture 242" descr="A red and orange logo&#10;&#10;AI-generated content may be incorrect.">
            <a:extLst>
              <a:ext uri="{FF2B5EF4-FFF2-40B4-BE49-F238E27FC236}">
                <a16:creationId xmlns:a16="http://schemas.microsoft.com/office/drawing/2014/main" id="{0797232B-D844-C414-7DB2-59834D3FBC9E}"/>
              </a:ext>
            </a:extLst>
          </p:cNvPr>
          <p:cNvPicPr>
            <a:picLocks noChangeAspect="1"/>
          </p:cNvPicPr>
          <p:nvPr/>
        </p:nvPicPr>
        <p:blipFill>
          <a:blip r:embed="rId33">
            <a:extLst>
              <a:ext uri="{BEBA8EAE-BF5A-486C-A8C5-ECC9F3942E4B}">
                <a14:imgProps xmlns:a14="http://schemas.microsoft.com/office/drawing/2010/main">
                  <a14:imgLayer r:embed="rId34">
                    <a14:imgEffect>
                      <a14:backgroundRemoval t="10000" b="90000" l="10000" r="90000">
                        <a14:foregroundMark x1="53616" y1="43960" x2="53616" y2="43960"/>
                        <a14:foregroundMark x1="53616" y1="43836" x2="53616" y2="43836"/>
                        <a14:foregroundMark x1="53616" y1="43836" x2="53616" y2="43836"/>
                      </a14:backgroundRemoval>
                    </a14:imgEffect>
                  </a14:imgLayer>
                </a14:imgProps>
              </a:ext>
              <a:ext uri="{28A0092B-C50C-407E-A947-70E740481C1C}">
                <a14:useLocalDpi xmlns:a14="http://schemas.microsoft.com/office/drawing/2010/main" val="0"/>
              </a:ext>
            </a:extLst>
          </a:blip>
          <a:stretch>
            <a:fillRect/>
          </a:stretch>
        </p:blipFill>
        <p:spPr>
          <a:xfrm>
            <a:off x="2797200" y="31142306"/>
            <a:ext cx="1122384" cy="1123784"/>
          </a:xfrm>
          <a:prstGeom prst="rect">
            <a:avLst/>
          </a:prstGeom>
        </p:spPr>
      </p:pic>
      <p:pic>
        <p:nvPicPr>
          <p:cNvPr id="1029" name="Picture 5">
            <a:extLst>
              <a:ext uri="{FF2B5EF4-FFF2-40B4-BE49-F238E27FC236}">
                <a16:creationId xmlns:a16="http://schemas.microsoft.com/office/drawing/2014/main" id="{D0575935-18A9-2A0E-72B8-F5D58BCDED19}"/>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797200" y="37407611"/>
            <a:ext cx="1017780" cy="704496"/>
          </a:xfrm>
          <a:prstGeom prst="rect">
            <a:avLst/>
          </a:prstGeom>
          <a:noFill/>
          <a:extLst>
            <a:ext uri="{909E8E84-426E-40DD-AFC4-6F175D3DCCD1}">
              <a14:hiddenFill xmlns:a14="http://schemas.microsoft.com/office/drawing/2010/main">
                <a:solidFill>
                  <a:srgbClr val="FFFFFF"/>
                </a:solidFill>
              </a14:hiddenFill>
            </a:ext>
          </a:extLst>
        </p:spPr>
      </p:pic>
      <p:cxnSp>
        <p:nvCxnSpPr>
          <p:cNvPr id="71" name="Straight Connector 70">
            <a:extLst>
              <a:ext uri="{FF2B5EF4-FFF2-40B4-BE49-F238E27FC236}">
                <a16:creationId xmlns:a16="http://schemas.microsoft.com/office/drawing/2014/main" id="{81DB5E6F-F9B8-96FD-15DE-2B96EDBF1AD1}"/>
              </a:ext>
            </a:extLst>
          </p:cNvPr>
          <p:cNvCxnSpPr>
            <a:cxnSpLocks/>
          </p:cNvCxnSpPr>
          <p:nvPr/>
        </p:nvCxnSpPr>
        <p:spPr>
          <a:xfrm>
            <a:off x="14261964" y="33196884"/>
            <a:ext cx="136" cy="778930"/>
          </a:xfrm>
          <a:prstGeom prst="line">
            <a:avLst/>
          </a:prstGeom>
          <a:ln w="127000">
            <a:solidFill>
              <a:srgbClr val="9DD747"/>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C360D4CC-78E4-296A-DD95-708B57A40162}"/>
              </a:ext>
            </a:extLst>
          </p:cNvPr>
          <p:cNvCxnSpPr>
            <a:cxnSpLocks/>
          </p:cNvCxnSpPr>
          <p:nvPr/>
        </p:nvCxnSpPr>
        <p:spPr>
          <a:xfrm>
            <a:off x="14312628" y="35907949"/>
            <a:ext cx="0" cy="796393"/>
          </a:xfrm>
          <a:prstGeom prst="line">
            <a:avLst/>
          </a:prstGeom>
          <a:ln w="127000">
            <a:solidFill>
              <a:srgbClr val="9DD747"/>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889AFC11-C9D5-0BC5-0288-0ACD4DCD0358}"/>
              </a:ext>
            </a:extLst>
          </p:cNvPr>
          <p:cNvCxnSpPr>
            <a:cxnSpLocks/>
          </p:cNvCxnSpPr>
          <p:nvPr/>
        </p:nvCxnSpPr>
        <p:spPr>
          <a:xfrm>
            <a:off x="14312628" y="38670486"/>
            <a:ext cx="0" cy="796560"/>
          </a:xfrm>
          <a:prstGeom prst="line">
            <a:avLst/>
          </a:prstGeom>
          <a:ln w="127000">
            <a:solidFill>
              <a:srgbClr val="9DD747"/>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1ACE321A-2EA9-FD35-8A3E-0A5ACAB06F1E}"/>
              </a:ext>
            </a:extLst>
          </p:cNvPr>
          <p:cNvCxnSpPr>
            <a:cxnSpLocks/>
          </p:cNvCxnSpPr>
          <p:nvPr/>
        </p:nvCxnSpPr>
        <p:spPr>
          <a:xfrm>
            <a:off x="14294846" y="40881300"/>
            <a:ext cx="0" cy="748452"/>
          </a:xfrm>
          <a:prstGeom prst="line">
            <a:avLst/>
          </a:prstGeom>
          <a:ln w="127000">
            <a:solidFill>
              <a:srgbClr val="9DD747"/>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8412D43-8443-1E7A-EB52-D0829C43B7CE}"/>
              </a:ext>
            </a:extLst>
          </p:cNvPr>
          <p:cNvSpPr txBox="1"/>
          <p:nvPr/>
        </p:nvSpPr>
        <p:spPr>
          <a:xfrm>
            <a:off x="25620348" y="13745383"/>
            <a:ext cx="3966150" cy="461665"/>
          </a:xfrm>
          <a:prstGeom prst="rect">
            <a:avLst/>
          </a:prstGeom>
          <a:noFill/>
        </p:spPr>
        <p:txBody>
          <a:bodyPr wrap="none" rtlCol="0">
            <a:spAutoFit/>
          </a:bodyPr>
          <a:lstStyle/>
          <a:p>
            <a:r>
              <a:rPr lang="en-AU" sz="2400" dirty="0">
                <a:solidFill>
                  <a:srgbClr val="F3A9B3"/>
                </a:solidFill>
                <a:latin typeface="Roboto" panose="02000000000000000000" pitchFamily="2" charset="0"/>
                <a:ea typeface="Roboto" panose="02000000000000000000" pitchFamily="2" charset="0"/>
              </a:rPr>
              <a:t>Poster design  by Dax Kellie</a:t>
            </a:r>
            <a:endParaRPr lang="en-AU" sz="800" dirty="0">
              <a:solidFill>
                <a:srgbClr val="F3A9B3"/>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0251242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1176</TotalTime>
  <Words>346</Words>
  <Application>Microsoft Office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Fira Code</vt:lpstr>
      <vt:lpstr>Fira Code Regular</vt:lpstr>
      <vt:lpstr>Roboto</vt:lpstr>
      <vt:lpstr>Office Theme</vt:lpstr>
      <vt:lpstr>PowerPoint Presentation</vt:lpstr>
    </vt:vector>
  </TitlesOfParts>
  <Company>CSIRO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Kellie, Dax (NCMI, Eveleigh)</dc:creator>
  <cp:lastModifiedBy>Kellie, Dax (NCMI, Eveleigh)</cp:lastModifiedBy>
  <cp:revision>1</cp:revision>
  <dcterms:created xsi:type="dcterms:W3CDTF">2025-11-06T04:20:03Z</dcterms:created>
  <dcterms:modified xsi:type="dcterms:W3CDTF">2025-11-13T00:35:42Z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ad370f1-5840-4c36-bb65-89acaaf849ca_Enabled">
    <vt:lpwstr>true</vt:lpwstr>
  </property>
  <property fmtid="{D5CDD505-2E9C-101B-9397-08002B2CF9AE}" pid="3" name="MSIP_Label_0ad370f1-5840-4c36-bb65-89acaaf849ca_SetDate">
    <vt:lpwstr>2025-11-06T06:18:25Z</vt:lpwstr>
  </property>
  <property fmtid="{D5CDD505-2E9C-101B-9397-08002B2CF9AE}" pid="4" name="MSIP_Label_0ad370f1-5840-4c36-bb65-89acaaf849ca_Method">
    <vt:lpwstr>Privileged</vt:lpwstr>
  </property>
  <property fmtid="{D5CDD505-2E9C-101B-9397-08002B2CF9AE}" pid="5" name="MSIP_Label_0ad370f1-5840-4c36-bb65-89acaaf849ca_Name">
    <vt:lpwstr>OFFICIAL</vt:lpwstr>
  </property>
  <property fmtid="{D5CDD505-2E9C-101B-9397-08002B2CF9AE}" pid="6" name="MSIP_Label_0ad370f1-5840-4c36-bb65-89acaaf849ca_SiteId">
    <vt:lpwstr>0fe05593-19ac-4f98-adbf-0375fce7f160</vt:lpwstr>
  </property>
  <property fmtid="{D5CDD505-2E9C-101B-9397-08002B2CF9AE}" pid="7" name="MSIP_Label_0ad370f1-5840-4c36-bb65-89acaaf849ca_ActionId">
    <vt:lpwstr>3e7caa44-fdcf-4cb4-ac5d-aa65d3224d97</vt:lpwstr>
  </property>
  <property fmtid="{D5CDD505-2E9C-101B-9397-08002B2CF9AE}" pid="8" name="MSIP_Label_0ad370f1-5840-4c36-bb65-89acaaf849ca_ContentBits">
    <vt:lpwstr>3</vt:lpwstr>
  </property>
  <property fmtid="{D5CDD505-2E9C-101B-9397-08002B2CF9AE}" pid="9" name="MSIP_Label_0ad370f1-5840-4c36-bb65-89acaaf849ca_Tag">
    <vt:lpwstr>10, 0, 1, 1</vt:lpwstr>
  </property>
  <property fmtid="{D5CDD505-2E9C-101B-9397-08002B2CF9AE}" pid="10" name="ClassificationContentMarkingFooterLocations">
    <vt:lpwstr>Office Theme:10</vt:lpwstr>
  </property>
  <property fmtid="{D5CDD505-2E9C-101B-9397-08002B2CF9AE}" pid="11" name="ClassificationContentMarkingFooterText">
    <vt:lpwstr>OFFICIAL</vt:lpwstr>
  </property>
  <property fmtid="{D5CDD505-2E9C-101B-9397-08002B2CF9AE}" pid="12" name="ClassificationContentMarkingHeaderLocations">
    <vt:lpwstr>Office Theme:9</vt:lpwstr>
  </property>
  <property fmtid="{D5CDD505-2E9C-101B-9397-08002B2CF9AE}" pid="13" name="ClassificationContentMarkingHeaderText">
    <vt:lpwstr>OFFICIAL</vt:lpwstr>
  </property>
</Properties>
</file>